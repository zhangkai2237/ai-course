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视觉建议：封面要像小红书直播封面，标题极大，副标题保留价值承诺。
讲师口播提示：开场直接说：今天不讲工具清单，讲一条产品经理能真正转 AI 的路径。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讲师口播提示：先给用户一个留下来的理由：听完知道该学什么、做什么、怎么投。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讲师口播提示：用这页纠偏：不要把工具熟练度误认为 AI 产品能力。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讲师口播提示：强调工具可以学，但不能只停留在搭建。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讲师口播提示：让观众在评论区选 A/B，再用答案引出项目深度。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讲师口播提示：安抚非技术背景用户：不需要变工程师，但要懂产品视角的技术边界。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讲师口播提示：指出学习很多却无法转化的原因。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视觉建议：2 列卡片网格，手机上能一眼扫完。
讲师口播提示：把前三个误区收束，准备进入能力模型。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视觉建议：专门给中途进入用户的复盘页，信息密度低、引导强。
讲师口播提示：复盘目前结论，并告诉新进来的用户接下来是最核心的能力模型。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视觉建议：2 列卡片网格，手机上能一眼扫完。
讲师口播提示：告诉用户如果只记一张图，就记这六类能力。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讲师口播提示：强调产品经理要用业务语言理解 AI 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讲师口播提示：用“不是所有场景都要接 AI”建立专业感。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讲师口播提示：强调从想法到方案的完整度。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讲师口播提示：用系统设计意识拉开和 Demo 制作者的差距。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讲师口播提示：强调评估调优是成熟度的关键。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视觉建议：专门给中途进入用户的复盘页，信息密度低、引导强。
讲师口播提示：复盘能力模型，并引出求职表达。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视觉建议：上下对比，适合直播中强调“不是堆关键词，而是产品表达”。
讲师口播提示：用弱强表达对比，让用户意识到简历表达方式要升级。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视觉建议：纵向路线图，符合竖屏阅读习惯。
讲师口播提示：讲整体路线：懂不懂、有没有、讲不讲得清。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讲师口播提示：告诉用户系统知识的学习顺序，避免碎片化。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讲师口播提示：强调项目是转型证明。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讲师口播提示：告诉用户学习最终要转化成投递材料。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视觉建议：纵向路线图，符合竖屏阅读习惯。
讲师口播提示：强化顺序，适合新用户快速记住。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视觉建议：专门给中途进入用户的复盘页，信息密度低、引导强。
讲师口播提示：转场到最大痛点“没有 AI 项目经历”。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讲师口播提示：这页是项目部分核心，让用户知道项目深度标准。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讲师口播提示：给出可执行组合，降低用户焦虑。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视觉建议：纵向路线图，符合竖屏阅读习惯。
讲师口播提示：用 RAG 项目示范什么叫项目深度。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视觉建议：纵向路线图，符合竖屏阅读习惯。
讲师口播提示：用 Workflow 与 Agent 对比，帮助用户选项目形态。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视觉建议：专门给中途进入用户的复盘页，信息密度低、引导强。
讲师口播提示：再次复盘，承接求职转化。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视觉建议：上下对比，适合直播中强调“不是堆关键词，而是产品表达”。
讲师口播提示：讲简历公式，展示同一项目如何写得更像 AI 产品经理。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讲师口播提示：提醒用户 AI 产品面试一定深挖项目，提前准备追问。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视觉建议：大标题 + 3 个短句卡片；重点句用蓝紫高亮，适合用户中途刷到时快速理解。
讲师口播提示：这是强转化页，停留 20-30 秒，重复私信关键词。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视觉建议：结尾页要极简，关键词足够大，适合截图传播。
讲师口播提示：最后收口：如果你不确定方向，也可以发背景，我帮你判断从系统学习、项目还是简历开始。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直播主题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5440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产品经理想转 AI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到底该学什么？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749808" y="422452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不是学几个工具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而是建立 AI 产品经理能力体系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5504688"/>
            <a:ext cx="5349240" cy="0"/>
          </a:xfrm>
          <a:prstGeom prst="line">
            <a:avLst/>
          </a:prstGeom>
          <a:noFill/>
          <a:ln w="12700">
            <a:solidFill>
              <a:srgbClr val="8B5CF6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今晚你会拿走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今晚只解决 3 个问题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到底该补什么能力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AI 项目怎么办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简历面试怎么讲清楚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转型误区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你会用 ChatGPT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但不一定会做 AI 产品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会用工具只是入口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面试官看的是场景和方案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项目表达比工具名更重要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只学工具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很容易做成 Demo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工具解决“能不能做出来”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产品经理解决“值不值得做”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还要设计评估和落地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互动判断题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会用 Dify 搭知识库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 AI 产品项目吗？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不一定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关键看有没有业务、流程、指标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不是算法工程师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不必训练模型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但要懂 AI 边界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能和技术高效沟通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概念学很多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简历还是写不出来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因为概念不是项目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项目不是工具截图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表达要能抗追问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误区总结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产品经理转 AI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最容易踩的 3 个坑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021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只学工具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66160" y="3154680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35021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技术焦虑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4379976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727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只学概念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566160" y="4379976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4727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没有项目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5605272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9527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不会表达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566160" y="5605272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59527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简历堆词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现在讲到这里：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93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今晚不是工具课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6384" y="42428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69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产品经理转 AI = 能力体系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" y="491947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46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先避开 3 个误区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84" y="559612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522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接下来讲 6 大能力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41A29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7653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留下来，你会拿到一条可执行的转型路径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能力模型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440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大能力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35021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基础认知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66160" y="3154680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35021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场景判断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77240" y="4379976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727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566160" y="4379976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4727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77240" y="5605272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59527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评估调优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566160" y="5605272"/>
            <a:ext cx="2468880" cy="969264"/>
          </a:xfrm>
          <a:prstGeom prst="roundRect">
            <a:avLst>
              <a:gd name="adj" fmla="val 11321"/>
            </a:avLst>
          </a:prstGeom>
          <a:solidFill>
            <a:srgbClr val="111827"/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59527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求职表达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基础认知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不是背概念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解决什么问题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适合什么任务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成本影响什么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最重要的是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场景判断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这个问题适合 AI 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Chatbot / RAG / Workflow / Agent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成本和风险是否可控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点子不是产品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方案才是产品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目标用户是谁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介入哪一步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流程、模块、兜底、指标是什么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产品不是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 + 一个模型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要有流程链路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要有权限和状态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要有异常和反馈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产品上线后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真正难的是评估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结果准不准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错误怎么归因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 Case 怎么回流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现在讲到这里：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93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产品经理不是工具玩家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6384" y="42428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69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 6 大能力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" y="491947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46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5 个解决“会不会做”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84" y="559612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522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最后一个解决“能不能转”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41A29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7653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留下来，你会拿到一条可执行的转型路径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 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求职表达：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不要只堆关键词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15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83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弱表达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熟悉 RAG、Agent、Workflow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4800600"/>
            <a:ext cx="0" cy="50292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5577840"/>
            <a:ext cx="5394960" cy="1847088"/>
          </a:xfrm>
          <a:prstGeom prst="roundRect">
            <a:avLst>
              <a:gd name="adj" fmla="val 5941"/>
            </a:avLst>
          </a:prstGeom>
          <a:solidFill>
            <a:srgbClr val="101828"/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879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强表达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626364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针对业务场景，设计 AI 方案，讲清关键设计、风险兜底和评估指标</a:t>
            </a:r>
            <a:endParaRPr lang="en-US" sz="16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学习路线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产品经理转 AI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只走这 3 步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32688" y="306324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系统知识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" y="438912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项目实战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521208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" y="571500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求职表达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先补系统知识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别上来就拼工具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岗位方向和 JD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产品化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/ Workflow / Agent 区别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一定要做项目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而不是只看课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建议准备 3 个重点项目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至少覆盖 RAG 或 Workflow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每个项目要能画流程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最后一步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把项目变成求职材料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简历项目描述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作品集项目页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面试追问答案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学习顺序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不要碎片化学习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按这个顺序来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32688" y="306324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先懂岗位和基础概念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" y="438912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再做 3 个像样项目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521208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" y="571500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最后打磨简历和面试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现在讲到这里：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93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前面讲了：3 个误区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6384" y="42428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69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刚讲完：6 大能力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" y="491947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46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现在进入：没有项目怎么办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84" y="559612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522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重点：做高质量作品集项目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41A29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7653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留下来，你会拿到一条可执行的转型路径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项目标准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好项目不是 Demo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要能讲清 10 件事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业务背景、目标用户、原流程痛点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介入点、产品形态、核心流程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人机协作、风险兜底、评估指标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项目组合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建议准备 3 个项目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比做 5 个 Demo 更有用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0-1 AI 产品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 RAG / Workflow 项目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个结合原背景的项目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不能只说上传文档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32688" y="306324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知识入库：接入、清洗、切分、权限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" y="438912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用户问答：提问、检索、生成、引用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521208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" y="571500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反馈优化：纠错、Bad Case、评估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项目案例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 / Agent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要讲清任务链路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32688" y="306324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337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Workflow：固定流程，可控自动化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2688" y="438912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8B5CF6">
              <a:alpha val="95000"/>
            </a:srgbClr>
          </a:solidFill>
          <a:ln w="12700">
            <a:solidFill>
              <a:srgbClr val="F8FAFC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Agent：多步骤任务，工具调用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5212080"/>
            <a:ext cx="0" cy="384048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" y="5715000"/>
            <a:ext cx="4983480" cy="749808"/>
          </a:xfrm>
          <a:prstGeom prst="roundRect">
            <a:avLst>
              <a:gd name="adj" fmla="val 15854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关键动作：用户授权和确认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47088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刚进来的同学看这里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49808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现在讲到这里：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6384" y="35661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93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没有真实 AI 项目不等于不能转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6384" y="424281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169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不要虚构真实上线项目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6384" y="491947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46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可以做高质量作品集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6384" y="5596128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552297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接下来讲简历和面试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1520" y="731520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141A29"/>
          </a:solidFill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7653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留下来，你会拿到一条可执行的转型路径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简历准备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简历公式：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业务背景 + AI 方案 + 关键设计 + 指标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151A24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832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弱表达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Dify 做了一个知识库机器人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4800600"/>
            <a:ext cx="0" cy="50292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5577840"/>
            <a:ext cx="5394960" cy="1847088"/>
          </a:xfrm>
          <a:prstGeom prst="roundRect">
            <a:avLst>
              <a:gd name="adj" fmla="val 5941"/>
            </a:avLst>
          </a:prstGeom>
          <a:solidFill>
            <a:srgbClr val="101828"/>
          </a:solidFill>
          <a:ln w="12700">
            <a:solidFill>
              <a:srgbClr val="8B5CF6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8795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强表达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626364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针对制度资料分散、查询效率低的问题，设计基于 RAG 的知识库问答方案，包含引用溯源、权限控制、人工纠错和效果评估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面试准备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至少准备 10 个追问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为什么适合 AI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 RAG / Workflow / Agent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出错、权限、成本怎么处理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48840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想要这套转型资料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直播后私信我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749808" y="41605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3251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产品经理学习路线图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9808" y="48463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50109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项目选题清单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9808" y="5532120"/>
            <a:ext cx="532180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334155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5696712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简历关键词 + 能力自评表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0B0F17"/>
          </a:solidFill>
          <a:ln w="12700">
            <a:solidFill>
              <a:srgbClr val="0B0F1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" y="41148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2563E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0" y="8046720"/>
            <a:ext cx="1097280" cy="1097280"/>
          </a:xfrm>
          <a:prstGeom prst="arc">
            <a:avLst/>
          </a:prstGeom>
          <a:solidFill>
            <a:srgbClr val="0B0F17">
              <a:alpha val="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98448"/>
            <a:ext cx="1920240" cy="329184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80744"/>
            <a:ext cx="1691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转发福利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70448" y="1325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9464040"/>
            <a:ext cx="5303520" cy="493776"/>
          </a:xfrm>
          <a:prstGeom prst="roundRect">
            <a:avLst>
              <a:gd name="adj" fmla="val 14815"/>
            </a:avLst>
          </a:prstGeom>
          <a:solidFill>
            <a:srgbClr val="101828"/>
          </a:solidFill>
          <a:ln w="12700">
            <a:solidFill>
              <a:srgbClr val="2563EB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958291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资料包领取：私信「AI产品经理」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5440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转发直播截图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额外送 2 份进阶资料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749808" y="422452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产品经理面试追问题库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项目简历描述模板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5504688"/>
            <a:ext cx="5349240" cy="0"/>
          </a:xfrm>
          <a:prstGeom prst="line">
            <a:avLst/>
          </a:prstGeom>
          <a:noFill/>
          <a:ln w="12700">
            <a:solidFill>
              <a:srgbClr val="8B5CF6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产品经理想转 AI，到底该学什么？</dc:title>
  <dc:subject>小红书竖屏直播课 PPT</dc:subject>
  <dc:creator>OpenAI</dc:creator>
  <cp:lastModifiedBy>OpenAI</cp:lastModifiedBy>
  <cp:revision>1</cp:revision>
  <dcterms:created xsi:type="dcterms:W3CDTF">2026-07-07T03:59:05Z</dcterms:created>
  <dcterms:modified xsi:type="dcterms:W3CDTF">2026-07-07T03:59:05Z</dcterms:modified>
</cp:coreProperties>
</file>