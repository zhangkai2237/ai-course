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slide+xml" PartName="/ppt/slides/slide27.xml"/>
  <Override ContentType="application/vnd.openxmlformats-officedocument.presentationml.slide+xml" PartName="/ppt/slides/slide28.xml"/>
  <Override ContentType="application/vnd.openxmlformats-officedocument.presentationml.slide+xml" PartName="/ppt/slides/slide29.xml"/>
  <Override ContentType="application/vnd.openxmlformats-officedocument.presentationml.slide+xml" PartName="/ppt/slides/slide30.xml"/>
  <Override ContentType="application/vnd.openxmlformats-officedocument.presentationml.slide+xml" PartName="/ppt/slides/slide31.xml"/>
  <Override ContentType="application/vnd.openxmlformats-officedocument.presentationml.slide+xml" PartName="/ppt/slides/slide32.xml"/>
  <Override ContentType="application/vnd.openxmlformats-officedocument.presentationml.slide+xml" PartName="/ppt/slides/slide33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slides/slide27.xml" Type="http://schemas.openxmlformats.org/officeDocument/2006/relationships/slide"/><Relationship Id="rId33" Target="slides/slide28.xml" Type="http://schemas.openxmlformats.org/officeDocument/2006/relationships/slide"/><Relationship Id="rId34" Target="slides/slide29.xml" Type="http://schemas.openxmlformats.org/officeDocument/2006/relationships/slide"/><Relationship Id="rId35" Target="slides/slide30.xml" Type="http://schemas.openxmlformats.org/officeDocument/2006/relationships/slide"/><Relationship Id="rId36" Target="slides/slide31.xml" Type="http://schemas.openxmlformats.org/officeDocument/2006/relationships/slide"/><Relationship Id="rId37" Target="slides/slide32.xml" Type="http://schemas.openxmlformats.org/officeDocument/2006/relationships/slide"/><Relationship Id="rId38" Target="slides/slide33.xml" Type="http://schemas.openxmlformats.org/officeDocument/2006/relationships/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