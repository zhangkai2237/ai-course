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77"/>
  </p:notesMasterIdLst>
  <p:sldIdLst>
    <p:sldId id="256" r:id="rId78"/>
    <p:sldId id="257" r:id="rId79"/>
    <p:sldId id="258" r:id="rId80"/>
    <p:sldId id="259" r:id="rId81"/>
    <p:sldId id="260" r:id="rId82"/>
    <p:sldId id="261" r:id="rId83"/>
    <p:sldId id="262" r:id="rId84"/>
    <p:sldId id="263" r:id="rId85"/>
    <p:sldId id="264" r:id="rId8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7" Type="http://schemas.openxmlformats.org/officeDocument/2006/relationships/notesMaster" Target="notesMasters/notesMaster1.xml" />
<Relationship Id="rId78" Type="http://schemas.openxmlformats.org/officeDocument/2006/relationships/slide" Target="slides/slide71.xml" /><Relationship Id="rId79" Type="http://schemas.openxmlformats.org/officeDocument/2006/relationships/slide" Target="slides/slide72.xml" /><Relationship Id="rId80" Type="http://schemas.openxmlformats.org/officeDocument/2006/relationships/slide" Target="slides/slide73.xml" /><Relationship Id="rId81" Type="http://schemas.openxmlformats.org/officeDocument/2006/relationships/slide" Target="slides/slide74.xml" /><Relationship Id="rId82" Type="http://schemas.openxmlformats.org/officeDocument/2006/relationships/slide" Target="slides/slide75.xml" /><Relationship Id="rId83" Type="http://schemas.openxmlformats.org/officeDocument/2006/relationships/slide" Target="slides/slide76.xml" /><Relationship Id="rId84" Type="http://schemas.openxmlformats.org/officeDocument/2006/relationships/slide" Target="slides/slide77.xml" /><Relationship Id="rId85" Type="http://schemas.openxmlformats.org/officeDocument/2006/relationships/slide" Target="slides/slide78.xml" /><Relationship Id="rId86" Type="http://schemas.openxmlformats.org/officeDocument/2006/relationships/slide" Target="slides/slide79.xml" />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7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1.xml" /></Relationships>
</file>

<file path=ppt/notesSlides/_rels/notesSlide7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2.xml" /></Relationships>
</file>

<file path=ppt/notesSlides/_rels/notesSlide7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3.xml" /></Relationships>
</file>

<file path=ppt/notesSlides/_rels/notesSlide7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4.xml" /></Relationships>
</file>

<file path=ppt/notesSlides/_rels/notesSlide7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5.xml" /></Relationships>
</file>

<file path=ppt/notesSlides/_rels/notesSlide7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6.xml" /></Relationships>
</file>

<file path=ppt/notesSlides/_rels/notesSlide7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7.xml" /></Relationships>
</file>

<file path=ppt/notesSlides/_rels/notesSlide7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8.xml" /></Relationships>
</file>

<file path=ppt/notesSlides/_rels/notesSlide7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9.xml" /></Relationship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节说明了自检、正式审核和巡检分别负责什么，现在把它们共用的检查任务定义清楚。第四节沿同一个温度案例，说明审核点是什么、怎样从业务要求生成、如何确认和维护，以及系统怎样取得适用标准与业务资料再执行检查。审核点与样例来自本课案例，管理和调用路径是结合本次讨论补充的首版设计建议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分清三类信息。审核要求提出方向，例如商品宣传真实准确；审核点把方向变成具体任务，例如文案中温度描述的功能是否与当前商品资料一致；业务资料提供这次核对所需的事实，例如P1的六十五摄氏度用于基站热水洗拖布。审核方法可以跨商品复用，事实资料要随商品、活动与适用时间选择。审核点是一份业务检查规范或配置，不一定是单独接口，不能把判断方法与某个商品参数写成不可维护的一整段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生成审核点，先从业务要求中找出具体可以核对的主张，例如吸力、温度、避障能力，再选择其中一个问题写出判断任务。以温度为例，需要识别数值描述的是哪个动作和对象，再与当前资料比较，随后补齐适用条件、例外和处理责任。AI可以根据经过确认的要求与资料辅助起草候选审核点，但业务负责人需要确认标准，再用正常、错误和边界样例试跑验证，之后才启用。首版先定义已选范围内的任务，逐步补齐，不要求一开始穷尽全部审核要求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卡是业务、产品、研发和测试共同理解任务的依据。它需要说清查什么、什么时候适用、依赖哪些输入和资料、怎样判断、例外缺项怎么处理，以及谁承接结果。案例中没有温度表达时，本温度项不适用，但商品功能仍可能需要其他检查；对象不清或资料冲突时要确认，不能补出作者没有说的意思。这里的编号和版本是本项目教学设计，具体执行用规则、模型还是人工，在第五节选择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审核点写出来以后，要用样例检查不同角色是否理解一致。六十五摄氏度直接拖地与给定资料的功能对象不一致，基站支持六十五摄氏度热水洗拖布有资料支持；六十五摄氏度热水深度清洁需要结合全文，仍不清楚时交人工确认；不写温度值的热水洗拖布表达对本温度项不适用。样例的预期判断先经业务确认，再比较系统结果，正常、错误、待确认和不适用都要覆盖，发现误报或遗漏后修改审核点并回归验证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版建议把审核点库与业务资料库分开管理。审核人员和产品整理候选要求，由对应业务负责人确认标准及依据，用样例试跑之后再审核启用，系统只选择已启用且符合范围和生效条件的版本。审核点记录编号、版本、状态、负责人、适用范围与生效时间，变更形成新版本并重新验证，停用版本退出后续选择，但历史任务保留原来引用。商品、活动和配送资料由各自负责人确认，按SKU、活动和适用时间管理版本；事实更新和判断标准更新分别处理，不覆盖过去的执行证据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先取得任务上下文，包含商品SKU、活动、内容类型、审核环节和适用时间，这些信息可由作者选择或业务系统带入，不能靠模型猜一个不确定的商品或活动。业务场景关联审核方案，方案关联已启用的审核点，保留约定的必查项，再逐项判断是否适用；不能只检索几个相似审核点就宣称全部覆盖。资料通过SKU、活动、资料类型和适用时间关联，选择本次审核有效的版本，巡检还需要已确认的业务变化与使用状态。少量资料可以直接提供，较长资料可在限定范围内检索相关段落；缺项、过期或冲突交责任人确认，不一律取全库最新资料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把一次模型执行拆成明确输入和输出：输入包括当前完整文案、本次适用的R01审核点、绑定商品与适用资料，系统把它们组织成检查任务交给模型。模型按温度与功能对象一致性的标准，比较文案中的直接拖地与资料中的基站洗拖布，返回问题原句、检查结论、引用依据和建议，执行记录关联文案、审核点和资料版本；这里是教学预期结果，不是实测模型输出。输出字段可约定成固定结构，系统还要校验结果可用、引用存在并属于本次资料，审核人员再确认提示和处理，结构完整不保证判断一定正确。缺资料或语义不明确返回待确认，执行失败单独处理；其他审核点可能由程序执行，具体分工在第五节展开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把检查结果接到实际动作。有资料支持就保留依据，不能扩大成整篇正式通过；与依据不一致则修改或确认新的有效依据；缺条件则补充后复核；信息不足就列明缺项与责任人；不适用则说明理由，不强迫补写无关内容。超时、资料读取失败或返回不可用属于执行未可靠完成，要重试或交人工补核，不能显示成未发现问题。至此我们定义了任务、验证了样例、安排了管理和调用路径，下一节再选择规则、模型与人工怎样分工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sson1_classroo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1_classroo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1.xml" /></Relationships>
</file>

<file path=ppt/slides/_rels/slide7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2.xml" /></Relationships>
</file>

<file path=ppt/slides/_rels/slide7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3.xml" /></Relationships>
</file>

<file path=ppt/slides/_rels/slide7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4.xml" /></Relationships>
</file>

<file path=ppt/slides/_rels/slide7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5.xml" /></Relationships>
</file>

<file path=ppt/slides/_rels/slide7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6.xml" /></Relationships>
</file>

<file path=ppt/slides/_rels/slide7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7.xml" /></Relationships>
</file>

<file path=ppt/slides/_rels/slide7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8.xml" /></Relationships>
</file>

<file path=ppt/slides/_rels/slide7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9.xml" /></Relationships>
</file>

<file path=ppt/slides/slide7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38150" y="523875"/>
            <a:ext cx="2622804" cy="1443990"/>
            <a:chOff x="438150" y="523875"/>
            <a:chExt cx="2622804" cy="1443990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523875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第一次课 / 第四节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150" y="1034415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审核体系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1198" y="2231708"/>
            <a:ext cx="2832354" cy="1993201"/>
            <a:chOff x="441198" y="2231708"/>
            <a:chExt cx="2832354" cy="1993201"/>
          </a:xfrm>
        </p:grpSpPr>
        <p:sp>
          <p:nvSpPr>
            <p:cNvPr id="5" name="TextBox 5"/>
            <p:cNvSpPr txBox="1"/>
            <p:nvPr/>
          </p:nvSpPr>
          <p:spPr>
            <a:xfrm>
              <a:off x="441198" y="2231708"/>
              <a:ext cx="2832354" cy="1225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怎样定义审核点
并管理和调用？</a:t>
              </a:r>
              <a:br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387286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输入：具体检查任务。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95900" y="2095500"/>
            <a:ext cx="3976459" cy="2381250"/>
            <a:chOff x="5295900" y="2095500"/>
            <a:chExt cx="3976459" cy="2381250"/>
          </a:xfrm>
        </p:grpSpPr>
        <p:sp>
          <p:nvSpPr>
            <p:cNvPr id="8" name="Line 8"/>
            <p:cNvSpPr/>
            <p:nvPr/>
          </p:nvSpPr>
          <p:spPr>
            <a:xfrm>
              <a:off x="5295900" y="209550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61767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90032" y="224028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4.1 审核点是什么、怎样生成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90032" y="309753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4.2 怎样确认、启用与更新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0032" y="395478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4.3 系统怎样选用并执行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5048250"/>
            <a:ext cx="11277600" cy="952500"/>
            <a:chOff x="457200" y="5048250"/>
            <a:chExt cx="11277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457200" y="5048250"/>
              <a:ext cx="11277600" cy="9525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6280" y="5267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本节完成标志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232" y="558355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定义一条审核点，讲清管理与系统调用的路径。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51866" y="6468428"/>
            <a:ext cx="16079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定义 → 管理 → 调用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5940" y="646842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</p:spTree>
  </p:cSld>
  <p:clrMapOvr>
    <a:masterClrMapping/>
  </p:clrMapOvr>
  <p:transition p14:dur="400">
    <p:fade/>
  </p:transition>
</p:sld>
</file>

<file path=ppt/slides/slide7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8089011" cy="1038035"/>
            <a:chOff x="441198" y="428625"/>
            <a:chExt cx="8089011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4.1 三类信息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80890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审核要求、审核点、业务资料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200" y="1885950"/>
            <a:ext cx="3505200" cy="2552700"/>
            <a:chOff x="457200" y="1885950"/>
            <a:chExt cx="3505200" cy="2552700"/>
          </a:xfrm>
        </p:grpSpPr>
        <p:sp>
          <p:nvSpPr>
            <p:cNvPr id="5" name="Rectangle 5"/>
            <p:cNvSpPr/>
            <p:nvPr/>
          </p:nvSpPr>
          <p:spPr>
            <a:xfrm>
              <a:off x="4572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1708" y="21221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审核要求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3232" y="2802255"/>
              <a:ext cx="24216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提出业务方向
商品宣传真实准确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43400" y="1885950"/>
            <a:ext cx="3505200" cy="2552700"/>
            <a:chOff x="4343400" y="1885950"/>
            <a:chExt cx="3505200" cy="2552700"/>
          </a:xfrm>
        </p:grpSpPr>
        <p:sp>
          <p:nvSpPr>
            <p:cNvPr id="9" name="Rectangle 9"/>
            <p:cNvSpPr/>
            <p:nvPr/>
          </p:nvSpPr>
          <p:spPr>
            <a:xfrm>
              <a:off x="43434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979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99432" y="2802255"/>
              <a:ext cx="21549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定义检查任务
查温度对应的功能
是否与资料一致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0" y="1885950"/>
            <a:ext cx="3505200" cy="2552700"/>
            <a:chOff x="8229600" y="1885950"/>
            <a:chExt cx="3505200" cy="2552700"/>
          </a:xfrm>
        </p:grpSpPr>
        <p:sp>
          <p:nvSpPr>
            <p:cNvPr id="13" name="Rectangle 13"/>
            <p:cNvSpPr/>
            <p:nvPr/>
          </p:nvSpPr>
          <p:spPr>
            <a:xfrm>
              <a:off x="82296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841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业务资料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85632" y="2802255"/>
              <a:ext cx="26883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提供当前事实
P1的65℃用于
基站热水洗拖布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6532" y="5097780"/>
            <a:ext cx="8668817" cy="908304"/>
            <a:chOff x="446532" y="5097780"/>
            <a:chExt cx="8668817" cy="908304"/>
          </a:xfrm>
        </p:grpSpPr>
        <p:sp>
          <p:nvSpPr>
            <p:cNvPr id="17" name="TextBox 17"/>
            <p:cNvSpPr txBox="1"/>
            <p:nvPr/>
          </p:nvSpPr>
          <p:spPr>
            <a:xfrm>
              <a:off x="446532" y="5097780"/>
              <a:ext cx="86688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同一审核点可复用；不同商品与活动，关联各自有效资料。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056" y="565404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业务负责人确认审核标准与事实，系统按适用条件选用。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0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024241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4.2 从要求生成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把业务要求，拆成能判断的任务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 / 给出要求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商品宣传真实准确
明确希望控制的问题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产品与审核员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拆解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找出具体主张
温度描述什么功能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确认 / 审核点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形成温度对象核对
补齐适用条件与边界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9514637" cy="2858262"/>
            <a:chOff x="445008" y="3381375"/>
            <a:chExt cx="9514637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91606" y="5187315"/>
              <a:ext cx="396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业务要求 → 具体主张 → 可判断任务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AI可辅助起草，业务确认并通过样例验证后启用。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5" name="Rectangle 25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4808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703418" cy="1038035"/>
            <a:chOff x="441198" y="428625"/>
            <a:chExt cx="6703418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审核点卡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7034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一条审核点，至少说清六件事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733550"/>
            <a:ext cx="11277600" cy="3536823"/>
            <a:chOff x="457200" y="1733550"/>
            <a:chExt cx="11277600" cy="3536823"/>
          </a:xfrm>
        </p:grpSpPr>
        <p:sp>
          <p:nvSpPr>
            <p:cNvPr id="5" name="Rectangle 5"/>
            <p:cNvSpPr/>
            <p:nvPr/>
          </p:nvSpPr>
          <p:spPr>
            <a:xfrm>
              <a:off x="457200" y="1733550"/>
              <a:ext cx="11277600" cy="3476625"/>
            </a:xfrm>
            <a:prstGeom prst="roundRect">
              <a:avLst>
                <a:gd name="adj" fmla="val 32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4756" y="1958340"/>
              <a:ext cx="43580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R01 v1 / 温度与功能对象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713232" y="2430780"/>
              <a:ext cx="7371588" cy="2839593"/>
              <a:chOff x="713232" y="2430780"/>
              <a:chExt cx="7371588" cy="2839593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13232" y="2430780"/>
                <a:ext cx="624078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查什么：文案中温度描述的功能对象。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13232" y="2916555"/>
                <a:ext cx="512917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何时查：P1文案出现温度表达。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13232" y="3402330"/>
                <a:ext cx="652348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依什么：绑定SKU、完整文案、有效商品资料。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13232" y="3888105"/>
                <a:ext cx="670723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怎样判：识别功能对象，再与商品资料比较。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13232" y="4373880"/>
                <a:ext cx="737158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边界：无温度不适用；对象不清或资料冲突需确认。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13232" y="4859655"/>
                <a:ext cx="708888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谁处理：作者修改，产品负责人确认，审核员复核。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457200" y="5572125"/>
            <a:ext cx="11277600" cy="600075"/>
            <a:chOff x="457200" y="5572125"/>
            <a:chExt cx="11277600" cy="600075"/>
          </a:xfrm>
        </p:grpSpPr>
        <p:sp>
          <p:nvSpPr>
            <p:cNvPr id="15" name="Rectangle 15"/>
            <p:cNvSpPr/>
            <p:nvPr/>
          </p:nvSpPr>
          <p:spPr>
            <a:xfrm>
              <a:off x="457200" y="5572125"/>
              <a:ext cx="11277600" cy="600075"/>
            </a:xfrm>
            <a:prstGeom prst="roundRect">
              <a:avLst>
                <a:gd name="adj" fmla="val 190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3232" y="5735955"/>
              <a:ext cx="68061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审核点说明判断方法，业务资料提供当前事实。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51866" y="6468428"/>
            <a:ext cx="22722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4 审核体系 · R01示例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55940" y="646842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21</a:t>
            </a:r>
          </a:p>
        </p:txBody>
      </p:sp>
    </p:spTree>
  </p:cSld>
  <p:clrMapOvr>
    <a:masterClrMapping/>
  </p:clrMapOvr>
  <p:transition p14:dur="400">
    <p:fade/>
  </p:transition>
</p:sld>
</file>

<file path=ppt/slides/slide7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551524" cy="1038035"/>
            <a:chOff x="441198" y="428625"/>
            <a:chExt cx="7551524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4.2 样例验证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5515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用四类样例，验证边界是否清楚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57200" y="1809750"/>
            <a:ext cx="11277600" cy="857250"/>
            <a:chOff x="457200" y="1809750"/>
            <a:chExt cx="11277600" cy="857250"/>
          </a:xfrm>
        </p:grpSpPr>
        <p:sp>
          <p:nvSpPr>
            <p:cNvPr id="5" name="Rectangle 5"/>
            <p:cNvSpPr/>
            <p:nvPr/>
          </p:nvSpPr>
          <p:spPr>
            <a:xfrm>
              <a:off x="457200" y="1809750"/>
              <a:ext cx="11277600" cy="8572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3232" y="2087880"/>
              <a:ext cx="97740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输入：完整文案＋SKU＋有效商品资料；对象不清或依据冲突，交人确认。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6532" y="3116580"/>
            <a:ext cx="5647106" cy="410718"/>
            <a:chOff x="446532" y="3116580"/>
            <a:chExt cx="5647106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446532" y="3116580"/>
              <a:ext cx="56471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“65℃热水直接拖地” → 对象不一致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6532" y="3869055"/>
            <a:ext cx="5647106" cy="410718"/>
            <a:chOff x="446532" y="3869055"/>
            <a:chExt cx="5647106" cy="410718"/>
          </a:xfrm>
        </p:grpSpPr>
        <p:sp>
          <p:nvSpPr>
            <p:cNvPr id="10" name="TextBox 10"/>
            <p:cNvSpPr txBox="1"/>
            <p:nvPr/>
          </p:nvSpPr>
          <p:spPr>
            <a:xfrm>
              <a:off x="446532" y="3869055"/>
              <a:ext cx="56471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“基站65℃热水洗拖布” → 有依据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6532" y="4621530"/>
            <a:ext cx="6495212" cy="410718"/>
            <a:chOff x="446532" y="4621530"/>
            <a:chExt cx="6495212" cy="410718"/>
          </a:xfrm>
        </p:grpSpPr>
        <p:sp>
          <p:nvSpPr>
            <p:cNvPr id="12" name="TextBox 12"/>
            <p:cNvSpPr txBox="1"/>
            <p:nvPr/>
          </p:nvSpPr>
          <p:spPr>
            <a:xfrm>
              <a:off x="446532" y="4621530"/>
              <a:ext cx="64952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“65℃深度清洁” → 看全文，仍不清则确认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46532" y="5374005"/>
            <a:ext cx="7159562" cy="739140"/>
            <a:chOff x="446532" y="5374005"/>
            <a:chExt cx="7159562" cy="739140"/>
          </a:xfrm>
        </p:grpSpPr>
        <p:sp>
          <p:nvSpPr>
            <p:cNvPr id="14" name="TextBox 14"/>
            <p:cNvSpPr txBox="1"/>
            <p:nvPr/>
          </p:nvSpPr>
          <p:spPr>
            <a:xfrm>
              <a:off x="446532" y="5374005"/>
              <a:ext cx="71595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“基站热水洗拖布” → 未提温度，本项不适用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9580" y="5819775"/>
              <a:ext cx="5598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仍可进行对应的商品功能核对，不能因为没写65℃就要求补写。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7" name="Rectangle 17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995291" y="6468428"/>
                <a:ext cx="5608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4.3 管理与更新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审核点和业务资料怎样管理？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400300"/>
            <a:ext cx="10715625" cy="1948434"/>
            <a:chOff x="762000" y="2400300"/>
            <a:chExt cx="10715625" cy="1948434"/>
          </a:xfrm>
        </p:grpSpPr>
        <p:sp>
          <p:nvSpPr>
            <p:cNvPr id="5" name="Line 5"/>
            <p:cNvSpPr/>
            <p:nvPr/>
          </p:nvSpPr>
          <p:spPr>
            <a:xfrm>
              <a:off x="1619250" y="2733675"/>
              <a:ext cx="89535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85875" y="2400300"/>
              <a:ext cx="9525000" cy="666750"/>
              <a:chOff x="1285875" y="2400300"/>
              <a:chExt cx="9525000" cy="66675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858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42386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1913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441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530839" y="2611755"/>
              <a:ext cx="9035072" cy="410718"/>
              <a:chOff x="1530839" y="2611755"/>
              <a:chExt cx="9035072" cy="4107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308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35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363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90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01827" y="3402330"/>
              <a:ext cx="10575798" cy="410718"/>
              <a:chOff x="901827" y="3402330"/>
              <a:chExt cx="10575798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01827" y="340233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业务起草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1322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确认与试跑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6597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审核后启用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7375" y="3402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变更与停用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996690"/>
              <a:ext cx="10693908" cy="352044"/>
              <a:chOff x="762000" y="3996690"/>
              <a:chExt cx="10693908" cy="3520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620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审核员整理要求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35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业务确认＋样例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5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绑定场景与版本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990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新版本重测发布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7200" y="5229225"/>
            <a:ext cx="11277600" cy="942975"/>
            <a:chOff x="457200" y="5229225"/>
            <a:chExt cx="11277600" cy="942975"/>
          </a:xfrm>
        </p:grpSpPr>
        <p:sp>
          <p:nvSpPr>
            <p:cNvPr id="27" name="Rectangle 27"/>
            <p:cNvSpPr/>
            <p:nvPr/>
          </p:nvSpPr>
          <p:spPr>
            <a:xfrm>
              <a:off x="457200" y="5229225"/>
              <a:ext cx="11277600" cy="942975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282" y="53930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编号、版本、状态、负责人、范围、生效时间。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330" y="58388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资料按SKU、活动与时间维护；变更新建版本，历史引用保留。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1" name="Rectangle 31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5387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120640" cy="1038035"/>
            <a:chOff x="441198" y="428625"/>
            <a:chExt cx="512064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4.4 匹配标准与资料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怎样匹配标准与资料？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790700"/>
            <a:ext cx="11277600" cy="1028700"/>
            <a:chOff x="457200" y="1790700"/>
            <a:chExt cx="11277600" cy="1028700"/>
          </a:xfrm>
        </p:grpSpPr>
        <p:sp>
          <p:nvSpPr>
            <p:cNvPr id="5" name="Rectangle 5"/>
            <p:cNvSpPr/>
            <p:nvPr/>
          </p:nvSpPr>
          <p:spPr>
            <a:xfrm>
              <a:off x="457200" y="179070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0758" y="19507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任务上下文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799332" y="1983105"/>
              <a:ext cx="4671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SKU＋活动＋场景＋环节＋时间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800856" y="24155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作者选择或系统带入，缺项补齐。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3171825"/>
            <a:ext cx="11277600" cy="1028700"/>
            <a:chOff x="457200" y="3171825"/>
            <a:chExt cx="11277600" cy="1028700"/>
          </a:xfrm>
        </p:grpSpPr>
        <p:sp>
          <p:nvSpPr>
            <p:cNvPr id="10" name="Rectangle 10"/>
            <p:cNvSpPr/>
            <p:nvPr/>
          </p:nvSpPr>
          <p:spPr>
            <a:xfrm>
              <a:off x="457200" y="3171825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0758" y="333184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9332" y="3364230"/>
              <a:ext cx="49544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 → 审核方案 → 启用审核点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00856" y="3796665"/>
              <a:ext cx="41618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保留必查项，逐项判断是否适用。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4552950"/>
            <a:ext cx="11277600" cy="1028700"/>
            <a:chOff x="457200" y="4552950"/>
            <a:chExt cx="11277600" cy="1028700"/>
          </a:xfrm>
        </p:grpSpPr>
        <p:sp>
          <p:nvSpPr>
            <p:cNvPr id="15" name="Rectangle 15"/>
            <p:cNvSpPr/>
            <p:nvPr/>
          </p:nvSpPr>
          <p:spPr>
            <a:xfrm>
              <a:off x="457200" y="455295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0758" y="47129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业务资料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9332" y="4745355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SKU关联商品资料，活动关联权益方案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0856" y="51777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按适用时间取有效资料；缺失或冲突交人确认。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8056" y="5911215"/>
            <a:ext cx="9468612" cy="352044"/>
            <a:chOff x="448056" y="5911215"/>
            <a:chExt cx="9468612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448056" y="5911215"/>
              <a:ext cx="946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先限定资料范围，再定位相关段落；少量资料直接提供，长文档可做范围内检索。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2" name="Rectangle 22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24241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8513064" cy="1038035"/>
            <a:chOff x="441198" y="428625"/>
            <a:chExt cx="8513064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4.4 调用示例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85130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系统怎样把审核点交给AI执行？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57200" y="1809750"/>
            <a:ext cx="11277600" cy="876300"/>
            <a:chOff x="457200" y="1809750"/>
            <a:chExt cx="11277600" cy="876300"/>
          </a:xfrm>
        </p:grpSpPr>
        <p:sp>
          <p:nvSpPr>
            <p:cNvPr id="5" name="Rectangle 5"/>
            <p:cNvSpPr/>
            <p:nvPr/>
          </p:nvSpPr>
          <p:spPr>
            <a:xfrm>
              <a:off x="457200" y="1809750"/>
              <a:ext cx="1127760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0758" y="2074545"/>
              <a:ext cx="38691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“65℃热水直接拖地”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5008" y="3215640"/>
            <a:ext cx="3980688" cy="1426083"/>
            <a:chOff x="445008" y="3215640"/>
            <a:chExt cx="3980688" cy="1426083"/>
          </a:xfrm>
        </p:grpSpPr>
        <p:sp>
          <p:nvSpPr>
            <p:cNvPr id="8" name="TextBox 8"/>
            <p:cNvSpPr txBox="1"/>
            <p:nvPr/>
          </p:nvSpPr>
          <p:spPr>
            <a:xfrm>
              <a:off x="448056" y="3215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5008" y="3674745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R01 v1：对象一致性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6532" y="423100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识别功能对象，再对照资料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74308" y="3215640"/>
            <a:ext cx="4263390" cy="1426083"/>
            <a:chOff x="6274308" y="3215640"/>
            <a:chExt cx="4263390" cy="1426083"/>
          </a:xfrm>
        </p:grpSpPr>
        <p:sp>
          <p:nvSpPr>
            <p:cNvPr id="12" name="TextBox 12"/>
            <p:cNvSpPr txBox="1"/>
            <p:nvPr/>
          </p:nvSpPr>
          <p:spPr>
            <a:xfrm>
              <a:off x="6277356" y="3215640"/>
              <a:ext cx="24796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资料 / F-PROD-01 v1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74308" y="3674745"/>
              <a:ext cx="34919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65℃用于基站热水洗拖布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5832" y="423100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示例结论：功能对象不一致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5238750"/>
            <a:ext cx="11277600" cy="904875"/>
            <a:chOff x="457200" y="5238750"/>
            <a:chExt cx="11277600" cy="904875"/>
          </a:xfrm>
        </p:grpSpPr>
        <p:sp>
          <p:nvSpPr>
            <p:cNvPr id="16" name="Rectangle 16"/>
            <p:cNvSpPr/>
            <p:nvPr/>
          </p:nvSpPr>
          <p:spPr>
            <a:xfrm>
              <a:off x="457200" y="5238750"/>
              <a:ext cx="11277600" cy="904875"/>
            </a:xfrm>
            <a:prstGeom prst="roundRect">
              <a:avLst>
                <a:gd name="adj" fmla="val 1263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2282" y="539305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输出原句、结论、依据、建议和所用版本。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5330" y="5819775"/>
              <a:ext cx="56894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缺资料则待确认；执行失败则重试或人工补核。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0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4808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82580" cy="1038035"/>
            <a:chOff x="441198" y="428625"/>
            <a:chExt cx="688258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4.5 结果与处理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825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检查结果要接到具体处理动作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6532" y="2068830"/>
            <a:ext cx="5435079" cy="3687318"/>
            <a:chOff x="446532" y="2068830"/>
            <a:chExt cx="5435079" cy="3687318"/>
          </a:xfrm>
        </p:grpSpPr>
        <p:grpSp>
          <p:nvGrpSpPr>
            <p:cNvPr id="10" name="Group 10"/>
            <p:cNvGrpSpPr/>
            <p:nvPr/>
          </p:nvGrpSpPr>
          <p:grpSpPr>
            <a:xfrm>
              <a:off x="446532" y="2068830"/>
              <a:ext cx="5435079" cy="3687318"/>
              <a:chOff x="446532" y="2068830"/>
              <a:chExt cx="5435079" cy="3687318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446532" y="2068830"/>
                <a:ext cx="543507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有资料支持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→ 保留依据，不扩大成整篇通过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446532" y="2887980"/>
                <a:ext cx="486967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与依据不一致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→ 修改文案或确认新依据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46532" y="3707130"/>
                <a:ext cx="402156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表达缺条件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→ 补充条件，再复核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46532" y="4526280"/>
                <a:ext cx="515237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信息不足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→ 说明缺项，补资料或人工确认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46532" y="5345430"/>
                <a:ext cx="486967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本项不适用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→ 不强迫作者补写无关内容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8696325" y="1866900"/>
            <a:ext cx="3038475" cy="4038600"/>
            <a:chOff x="8696325" y="1866900"/>
            <a:chExt cx="3038475" cy="4038600"/>
          </a:xfrm>
        </p:grpSpPr>
        <p:sp>
          <p:nvSpPr>
            <p:cNvPr id="12" name="Rectangle 12"/>
            <p:cNvSpPr/>
            <p:nvPr/>
          </p:nvSpPr>
          <p:spPr>
            <a:xfrm>
              <a:off x="8696325" y="1866900"/>
              <a:ext cx="3038475" cy="4038600"/>
            </a:xfrm>
            <a:prstGeom prst="roundRect">
              <a:avLst>
                <a:gd name="adj" fmla="val 3762"/>
              </a:avLst>
            </a:prstGeom>
            <a:solidFill>
              <a:srgbClr val="102F3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69883" y="213169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技术失败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71407" y="2859405"/>
              <a:ext cx="1928241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超时或读取失败
返回结果不可用</a:t>
              </a:r>
              <a:br/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71407" y="414528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未可靠完成
重试或人工补核</a:t>
              </a:r>
              <a:br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72931" y="535876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不能默认为无问题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8" name="Rectangle 18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995291" y="6468428"/>
                <a:ext cx="5608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2026-10-18T05:53:20Z</dcterms:created>
  <dcterms:modified xsi:type="dcterms:W3CDTF">2026-10-18T05:53:20Z</dcterms:modified>
  <cp:category/>
  <cp:contentStatus/>
</cp:coreProperties>
</file>