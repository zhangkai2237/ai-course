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77"/>
  </p:notesMasterIdLst>
  <p:sldIdLst>
    <p:sldId id="256" r:id="rId78"/>
    <p:sldId id="257" r:id="rId79"/>
    <p:sldId id="258" r:id="rId80"/>
    <p:sldId id="259" r:id="rId81"/>
    <p:sldId id="260" r:id="rId82"/>
    <p:sldId id="261" r:id="rId83"/>
    <p:sldId id="262" r:id="rId8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7" Type="http://schemas.openxmlformats.org/officeDocument/2006/relationships/notesMaster" Target="notesMasters/notesMaster1.xml" />
<Relationship Id="rId78" Type="http://schemas.openxmlformats.org/officeDocument/2006/relationships/slide" Target="slides/slide71.xml" /><Relationship Id="rId79" Type="http://schemas.openxmlformats.org/officeDocument/2006/relationships/slide" Target="slides/slide72.xml" /><Relationship Id="rId80" Type="http://schemas.openxmlformats.org/officeDocument/2006/relationships/slide" Target="slides/slide73.xml" /><Relationship Id="rId81" Type="http://schemas.openxmlformats.org/officeDocument/2006/relationships/slide" Target="slides/slide74.xml" /><Relationship Id="rId82" Type="http://schemas.openxmlformats.org/officeDocument/2006/relationships/slide" Target="slides/slide75.xml" /><Relationship Id="rId83" Type="http://schemas.openxmlformats.org/officeDocument/2006/relationships/slide" Target="slides/slide76.xml" /><Relationship Id="rId84" Type="http://schemas.openxmlformats.org/officeDocument/2006/relationships/slide" Target="slides/slide77.xml" />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7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1.xml" /></Relationships>
</file>

<file path=ppt/notesSlides/_rels/notesSlide7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2.xml" /></Relationships>
</file>

<file path=ppt/notesSlides/_rels/notesSlide7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3.xml" /></Relationships>
</file>

<file path=ppt/notesSlides/_rels/notesSlide7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4.xml" /></Relationships>
</file>

<file path=ppt/notesSlides/_rels/notesSlide7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5.xml" /></Relationships>
</file>

<file path=ppt/notesSlides/_rels/notesSlide7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6.xml" /></Relationships>
</file>

<file path=ppt/notesSlides/_rels/notesSlide7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7.xml" /></Relationship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四节把业务要求定义成审核点，并说明标准和资料怎样管理与匹配。第五节简要比较规则程序、模型和人工的适用场景，重点沿一条价格检查看系统怎样组织输入、选择执行链、调用、校验和交接。首版仍然服务审核提效，正式审核与内容处置由有权限的人决定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项目的混合审核，是把规则与程序校验、模型语义判断和人工复核按任务组合。程序适合资料关联、适用时间、金额计算和引用来源这些明确条件，模型辅助理解自由表达中的对象、资格与条件范围，人负责确认事实、处理争议并承担正式决定。这个划分是首版待验证的选择，并非绝对能力边界，也不要求一条审核点只用一种办法。若整理资料和清单已经解决主要问题，可以先采用较简单的方式，组合本身不保证提效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系统先读取当前文案、商品活动等上下文，以及第四节选出的适用审核点和有效资料。每条审核点关联经过确认的执行配置，配置说明需要哪些输入、调用程序还是模型、步骤怎样衔接、输出什么以及失败交给谁，首版可以采用明确的预设工作流。执行后校验原句定位、引用来源、返回结构和完成状态，合并同一业务问题的结果，再交审核人员确认、交作者修改并复核。这里是本项目的方案设计，不意味着已经运行，也不需要先做一个让模型自由选择所有步骤的复杂系统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拿新会员领券一千七百九十九元这句话演示。程序先取得绑定活动的有效方案，核算两千三百九十九减四百得到一千九百九十九元，新会员再减两百得到一千七百九十九元；模型结合完整文案识别宣传价格、人群和两类券的领取使用条件，不能把资料写过的条件当成文案已经写明。模型返回后，程序校验引用和原句是否属于本次材料，审核员确认问题，必要时交活动负责人解释，作者修改后再复核。条件可以在同篇文案其他位置清楚交代，金额计算成立与条件缺失可以同时成立，合并后保留相应问题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次模型调用需要当前完整文案、适用审核点、有效资料以及必要的业务上下文，系统记录文案、审核点、资料和调用配置的版本。要求模型按约定结构返回问题原句或位置、检查结论、依据引用、处理建议，以及无法完成的部分，程序先检查字段可用、原句确实存在、引用来自本次允许资料，并保留每项执行状态。结构合规和引用存在并不能证明语义结论一定正确，仍需人工核实并通过样例验证。依赖资料或前一步提取的检查按依赖顺序串联，独立项可以并行；任何单项失败都不能悄悄并入通过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失败分支必须提前定义。缺有效资料就补齐或交对应业务负责人确认，不能用常识补全；返回了原文不存在的句子，或者引用来自其他活动，就不能直接当作可靠发现，需要重新定位或获取适用资料，仍无法解决时交人核实。若程序与模型对同一事实判断冲突，带原句、依据和判断路径交人确认，不能简单投票；金额正确但条件缺失属于不同维度，可以同时保留。超时或结果不可用要明确标记未完成，按约定重试或人工补核，其他检查完成也不能覆盖失败项，正式审核和内容处置仍由有权限的人作出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节最后保留一条可解释的执行链：准备阶段读取任务、审核点和有效资料，系统根据已确认配置组织执行；执行阶段由程序与模型分别完成适合的步骤，回传可核对的原句、依据、结论和状态；处理阶段由审核员确认与复核，异常重试或人工接手，正式决定和处置由人承担。判断组合是否有价值，还要验证问题质量、遗漏误报、处理成本与总人工投入。下一节再把这些调用和交接落实到系统架构、用户页面和任务状态，按全课安排可在此休息十分钟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sson1_classroo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sson1_classroo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1.xml" /></Relationships>
</file>

<file path=ppt/slides/_rels/slide7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2.xml" /></Relationships>
</file>

<file path=ppt/slides/_rels/slide7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3.xml" /></Relationships>
</file>

<file path=ppt/slides/_rels/slide7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4.xml" /></Relationships>
</file>

<file path=ppt/slides/_rels/slide7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5.xml" /></Relationships>
</file>

<file path=ppt/slides/_rels/slide7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6.xml" /></Relationships>
</file>

<file path=ppt/slides/_rels/slide7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7.xml" /></Relationships>
</file>

<file path=ppt/slides/slide7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10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38150" y="523875"/>
            <a:ext cx="2622804" cy="1443990"/>
            <a:chOff x="438150" y="523875"/>
            <a:chExt cx="2622804" cy="1443990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523875"/>
              <a:ext cx="2085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第一次课 / 第五节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150" y="1034415"/>
              <a:ext cx="26228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方案选择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1198" y="2231708"/>
            <a:ext cx="2832354" cy="1993201"/>
            <a:chOff x="441198" y="2231708"/>
            <a:chExt cx="2832354" cy="1993201"/>
          </a:xfrm>
        </p:grpSpPr>
        <p:sp>
          <p:nvSpPr>
            <p:cNvPr id="5" name="TextBox 5"/>
            <p:cNvSpPr txBox="1"/>
            <p:nvPr/>
          </p:nvSpPr>
          <p:spPr>
            <a:xfrm>
              <a:off x="441198" y="2231708"/>
              <a:ext cx="2832354" cy="1225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系统怎样分工，
并组织调用？</a:t>
              </a:r>
              <a:br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8056" y="387286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输入：审核点与资料。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95900" y="2095500"/>
            <a:ext cx="3976459" cy="2381250"/>
            <a:chOff x="5295900" y="2095500"/>
            <a:chExt cx="3976459" cy="2381250"/>
          </a:xfrm>
        </p:grpSpPr>
        <p:sp>
          <p:nvSpPr>
            <p:cNvPr id="8" name="Line 8"/>
            <p:cNvSpPr/>
            <p:nvPr/>
          </p:nvSpPr>
          <p:spPr>
            <a:xfrm>
              <a:off x="5295900" y="209550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9525">
              <a:solidFill>
                <a:srgbClr val="61767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590032" y="224028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5.1 不同方式的适用场景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90032" y="309753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5.2 系统怎样编排与调用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90032" y="395478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5.3 结果校验、失败与交接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5048250"/>
            <a:ext cx="11277600" cy="952500"/>
            <a:chOff x="457200" y="5048250"/>
            <a:chExt cx="11277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457200" y="5048250"/>
              <a:ext cx="11277600" cy="95250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6280" y="52673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本节重点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3232" y="5583555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讲清输入、执行、校验和人工承接的完整流程。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51866" y="6468428"/>
            <a:ext cx="16079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F2EF"/>
                </a:solidFill>
                <a:latin typeface="+mn-lt"/>
                <a:ea typeface="+mn-ea"/>
                <a:cs typeface="+mn-cs"/>
              </a:rPr>
              <a:t>分工 → 调用 → 交接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55940" y="6468428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E8F2EF"/>
                </a:solidFill>
                <a:latin typeface="+mn-lt"/>
                <a:ea typeface="+mn-ea"/>
                <a:cs typeface="+mn-cs"/>
              </a:rPr>
              <a:t>27</a:t>
            </a:r>
          </a:p>
        </p:txBody>
      </p:sp>
    </p:spTree>
  </p:cSld>
  <p:clrMapOvr>
    <a:masterClrMapping/>
  </p:clrMapOvr>
  <p:transition p14:dur="400">
    <p:fade/>
  </p:transition>
</p:sld>
</file>

<file path=ppt/slides/slide7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8089011" cy="1038035"/>
            <a:chOff x="441198" y="428625"/>
            <a:chExt cx="8089011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第五节 / 5.1 方式与适用场景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80890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规则、模型、人工，各负责什么？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7200" y="1885950"/>
            <a:ext cx="3505200" cy="2552700"/>
            <a:chOff x="457200" y="1885950"/>
            <a:chExt cx="3505200" cy="2552700"/>
          </a:xfrm>
        </p:grpSpPr>
        <p:sp>
          <p:nvSpPr>
            <p:cNvPr id="5" name="Rectangle 5"/>
            <p:cNvSpPr/>
            <p:nvPr/>
          </p:nvSpPr>
          <p:spPr>
            <a:xfrm>
              <a:off x="4572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1708" y="21221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规则程序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13232" y="2802255"/>
              <a:ext cx="24216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条件明确、便于核对
资料与适用时间
金额计算、引用校验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43400" y="1885950"/>
            <a:ext cx="3505200" cy="2552700"/>
            <a:chOff x="4343400" y="1885950"/>
            <a:chExt cx="3505200" cy="2552700"/>
          </a:xfrm>
        </p:grpSpPr>
        <p:sp>
          <p:nvSpPr>
            <p:cNvPr id="9" name="Rectangle 9"/>
            <p:cNvSpPr/>
            <p:nvPr/>
          </p:nvSpPr>
          <p:spPr>
            <a:xfrm>
              <a:off x="43434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97908" y="21221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模型辅助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99432" y="2802255"/>
              <a:ext cx="21549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理解自然语言
识别对象与条件
结合上下文比较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29600" y="1885950"/>
            <a:ext cx="3505200" cy="2552700"/>
            <a:chOff x="8229600" y="1885950"/>
            <a:chExt cx="3505200" cy="2552700"/>
          </a:xfrm>
        </p:grpSpPr>
        <p:sp>
          <p:nvSpPr>
            <p:cNvPr id="13" name="Rectangle 13"/>
            <p:cNvSpPr/>
            <p:nvPr/>
          </p:nvSpPr>
          <p:spPr>
            <a:xfrm>
              <a:off x="82296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84108" y="21221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人工确认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85632" y="2802255"/>
              <a:ext cx="26883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确认业务事实
处理冲突与争议
正式决定和处置</a:t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6532" y="5097780"/>
            <a:ext cx="8668817" cy="908304"/>
            <a:chOff x="446532" y="5097780"/>
            <a:chExt cx="8668817" cy="908304"/>
          </a:xfrm>
        </p:grpSpPr>
        <p:sp>
          <p:nvSpPr>
            <p:cNvPr id="17" name="TextBox 17"/>
            <p:cNvSpPr txBox="1"/>
            <p:nvPr/>
          </p:nvSpPr>
          <p:spPr>
            <a:xfrm>
              <a:off x="446532" y="5097780"/>
              <a:ext cx="86688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混合审核：按任务组合；一条审核点可由多种能力接力。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8056" y="5654040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按输入特点、可核对性与维护成本选择，组合效果还需验证。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0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024241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392799" cy="1038035"/>
            <a:chOff x="441198" y="428625"/>
            <a:chExt cx="6392799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第五节 / 5.2 系统调用总流程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按审核点，组织系统执行链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2400300"/>
            <a:ext cx="10715625" cy="1948434"/>
            <a:chOff x="762000" y="2400300"/>
            <a:chExt cx="10715625" cy="1948434"/>
          </a:xfrm>
        </p:grpSpPr>
        <p:sp>
          <p:nvSpPr>
            <p:cNvPr id="5" name="Line 5"/>
            <p:cNvSpPr/>
            <p:nvPr/>
          </p:nvSpPr>
          <p:spPr>
            <a:xfrm>
              <a:off x="1619250" y="2733675"/>
              <a:ext cx="895350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285875" y="2400300"/>
              <a:ext cx="9525000" cy="666750"/>
              <a:chOff x="1285875" y="2400300"/>
              <a:chExt cx="9525000" cy="66675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2858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42386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71913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01441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1530839" y="2611755"/>
              <a:ext cx="9035072" cy="410718"/>
              <a:chOff x="1530839" y="2611755"/>
              <a:chExt cx="9035072" cy="41071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5308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835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4363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890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01827" y="3402330"/>
              <a:ext cx="10575798" cy="410718"/>
              <a:chOff x="901827" y="3402330"/>
              <a:chExt cx="10575798" cy="41071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01827" y="340233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读取任务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71322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按点执行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6597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校验与合并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77375" y="340233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人工接手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62000" y="3996690"/>
              <a:ext cx="10693908" cy="352044"/>
              <a:chOff x="762000" y="3996690"/>
              <a:chExt cx="10693908" cy="352044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620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上下文＋审核点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935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读取已确认配置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675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原句与引用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990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确认、修改与复核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457200" y="5229225"/>
            <a:ext cx="11277600" cy="942975"/>
            <a:chOff x="457200" y="5229225"/>
            <a:chExt cx="11277600" cy="942975"/>
          </a:xfrm>
        </p:grpSpPr>
        <p:sp>
          <p:nvSpPr>
            <p:cNvPr id="27" name="Rectangle 27"/>
            <p:cNvSpPr/>
            <p:nvPr/>
          </p:nvSpPr>
          <p:spPr>
            <a:xfrm>
              <a:off x="457200" y="5229225"/>
              <a:ext cx="11277600" cy="942975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2282" y="5393055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每条审核点都有执行方式、输入、输出和失败出口。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5330" y="58388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先匹配有效标准与资料，再读取执行配置；执行记录关联任务和各项版本。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1" name="Rectangle 31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538716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16852" cy="1038035"/>
            <a:chOff x="441198" y="428625"/>
            <a:chExt cx="681685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第五节 / 5.2 价格审核接力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一条价格审核点，怎样分工接力？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2000250"/>
            <a:ext cx="3257550" cy="2762250"/>
            <a:chOff x="457200" y="2000250"/>
            <a:chExt cx="3257550" cy="2762250"/>
          </a:xfrm>
        </p:grpSpPr>
        <p:sp>
          <p:nvSpPr>
            <p:cNvPr id="5" name="Rectangle 5"/>
            <p:cNvSpPr/>
            <p:nvPr/>
          </p:nvSpPr>
          <p:spPr>
            <a:xfrm>
              <a:off x="45720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3806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程序 / 备料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694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228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取有效活动资料
核算优惠路径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67225" y="2000250"/>
            <a:ext cx="3257550" cy="2762250"/>
            <a:chOff x="4467225" y="2000250"/>
            <a:chExt cx="3257550" cy="2762250"/>
          </a:xfrm>
        </p:grpSpPr>
        <p:sp>
          <p:nvSpPr>
            <p:cNvPr id="10" name="Rectangle 10"/>
            <p:cNvSpPr/>
            <p:nvPr/>
          </p:nvSpPr>
          <p:spPr>
            <a:xfrm>
              <a:off x="4467225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43831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模型 / 理解文案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6973" y="2774632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2307" y="351663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识别人群与条件
对照资料找缺项</a:t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77250" y="2000250"/>
            <a:ext cx="3257550" cy="2762250"/>
            <a:chOff x="8477250" y="2000250"/>
            <a:chExt cx="3257550" cy="2762250"/>
          </a:xfrm>
        </p:grpSpPr>
        <p:sp>
          <p:nvSpPr>
            <p:cNvPr id="15" name="Rectangle 15"/>
            <p:cNvSpPr/>
            <p:nvPr/>
          </p:nvSpPr>
          <p:spPr>
            <a:xfrm>
              <a:off x="847725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3856" y="2301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程序校验 / 人工确认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4699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233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校验原句与引用
人工确认修改意见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5008" y="3381375"/>
            <a:ext cx="9514637" cy="2858262"/>
            <a:chOff x="445008" y="3381375"/>
            <a:chExt cx="9514637" cy="2858262"/>
          </a:xfrm>
        </p:grpSpPr>
        <p:sp>
          <p:nvSpPr>
            <p:cNvPr id="20" name="Line 20"/>
            <p:cNvSpPr/>
            <p:nvPr/>
          </p:nvSpPr>
          <p:spPr>
            <a:xfrm>
              <a:off x="3771900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81925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91606" y="5187315"/>
              <a:ext cx="39680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备料 → 语义核对 → 校验交接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5008" y="577024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金额成立，还要检查人群与两类券条件。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5" name="Rectangle 25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480816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5120640" cy="1038035"/>
            <a:chOff x="441198" y="428625"/>
            <a:chExt cx="5120640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第五节 / 5.2 模型输入与输出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调用的输入输出怎样接？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790700"/>
            <a:ext cx="11277600" cy="1028700"/>
            <a:chOff x="457200" y="1790700"/>
            <a:chExt cx="11277600" cy="1028700"/>
          </a:xfrm>
        </p:grpSpPr>
        <p:sp>
          <p:nvSpPr>
            <p:cNvPr id="5" name="Rectangle 5"/>
            <p:cNvSpPr/>
            <p:nvPr/>
          </p:nvSpPr>
          <p:spPr>
            <a:xfrm>
              <a:off x="457200" y="1790700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0758" y="195072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组织输入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799332" y="1983105"/>
              <a:ext cx="4671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当前文案＋审核点＋适用业务资料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800856" y="24155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记录文案、标准和资料版本。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3171825"/>
            <a:ext cx="11277600" cy="1028700"/>
            <a:chOff x="457200" y="3171825"/>
            <a:chExt cx="11277600" cy="1028700"/>
          </a:xfrm>
        </p:grpSpPr>
        <p:sp>
          <p:nvSpPr>
            <p:cNvPr id="10" name="Rectangle 10"/>
            <p:cNvSpPr/>
            <p:nvPr/>
          </p:nvSpPr>
          <p:spPr>
            <a:xfrm>
              <a:off x="457200" y="3171825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0758" y="333184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调用模型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99332" y="3364230"/>
              <a:ext cx="49544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提取主张、对照依据，返回固定结构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00856" y="3796665"/>
              <a:ext cx="41618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原句、结论、依据、建议及未完成项。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" y="4552950"/>
            <a:ext cx="11277600" cy="1028700"/>
            <a:chOff x="457200" y="4552950"/>
            <a:chExt cx="11277600" cy="1028700"/>
          </a:xfrm>
        </p:grpSpPr>
        <p:sp>
          <p:nvSpPr>
            <p:cNvPr id="15" name="Rectangle 15"/>
            <p:cNvSpPr/>
            <p:nvPr/>
          </p:nvSpPr>
          <p:spPr>
            <a:xfrm>
              <a:off x="457200" y="4552950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0758" y="47129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程序校验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99332" y="4745355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校验结构、原句定位、引用来源与状态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0856" y="51777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字段齐全不代表结论正确；结果仍需人工核实。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8056" y="5911215"/>
            <a:ext cx="9468612" cy="352044"/>
            <a:chOff x="448056" y="5911215"/>
            <a:chExt cx="9468612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448056" y="5911215"/>
              <a:ext cx="94686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有依赖的步骤先串行，独立检查可并行；汇总结果时单独保留失败和未完成项。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2" name="Rectangle 22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24241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82580" cy="1038035"/>
            <a:chOff x="441198" y="428625"/>
            <a:chExt cx="6882580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第五节 / 5.3 异常分支与承接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825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调用失败或结果冲突，怎样处理？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6532" y="2068830"/>
            <a:ext cx="5435079" cy="3687318"/>
            <a:chOff x="446532" y="2068830"/>
            <a:chExt cx="5435079" cy="3687318"/>
          </a:xfrm>
        </p:grpSpPr>
        <p:grpSp>
          <p:nvGrpSpPr>
            <p:cNvPr id="10" name="Group 10"/>
            <p:cNvGrpSpPr/>
            <p:nvPr/>
          </p:nvGrpSpPr>
          <p:grpSpPr>
            <a:xfrm>
              <a:off x="446532" y="2068830"/>
              <a:ext cx="5435079" cy="3687318"/>
              <a:chOff x="446532" y="2068830"/>
              <a:chExt cx="5435079" cy="3687318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446532" y="2068830"/>
                <a:ext cx="543507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资料缺失 → 补齐资料或交业务确认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/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446532" y="2887980"/>
                <a:ext cx="486967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原句不存在 → 重查或人工核实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/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446532" y="3707130"/>
                <a:ext cx="402156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引用越界 → 重取有效资料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/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446532" y="4526280"/>
                <a:ext cx="515237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同一事实冲突 → 带依据交人确认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/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46532" y="5345430"/>
                <a:ext cx="486967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执行失败 → 标记未完成，重试或补核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/>
                </a:r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8696325" y="1866900"/>
            <a:ext cx="3038475" cy="4038600"/>
            <a:chOff x="8696325" y="1866900"/>
            <a:chExt cx="3038475" cy="4038600"/>
          </a:xfrm>
        </p:grpSpPr>
        <p:sp>
          <p:nvSpPr>
            <p:cNvPr id="12" name="Rectangle 12"/>
            <p:cNvSpPr/>
            <p:nvPr/>
          </p:nvSpPr>
          <p:spPr>
            <a:xfrm>
              <a:off x="8696325" y="1866900"/>
              <a:ext cx="3038475" cy="4038600"/>
            </a:xfrm>
            <a:prstGeom prst="roundRect">
              <a:avLst>
                <a:gd name="adj" fmla="val 3762"/>
              </a:avLst>
            </a:prstGeom>
            <a:solidFill>
              <a:srgbClr val="102F3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69883" y="213169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人工承接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71407" y="2859405"/>
              <a:ext cx="1928241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资料有争议
交业务确认</a:t>
              </a:r>
              <a:br/>
              <a:r>
                <a:rPr lang="zh-CN" sz="21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71407" y="414528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正式审核与处置
由有权限者决定</a:t>
              </a:r>
              <a:br/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72931" y="535876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失败项不计为通过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18" name="Rectangle 18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995291" y="6468428"/>
                <a:ext cx="5608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7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703418" cy="1038035"/>
            <a:chOff x="441198" y="428625"/>
            <a:chExt cx="6703418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第五节 / 执行流程小结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70341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本节产物：执行与交接流程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7200" y="1809750"/>
            <a:ext cx="11277600" cy="2743200"/>
            <a:chOff x="457200" y="1809750"/>
            <a:chExt cx="11277600" cy="2743200"/>
          </a:xfrm>
        </p:grpSpPr>
        <p:sp>
          <p:nvSpPr>
            <p:cNvPr id="5" name="Line 5"/>
            <p:cNvSpPr/>
            <p:nvPr/>
          </p:nvSpPr>
          <p:spPr>
            <a:xfrm>
              <a:off x="2381250" y="2238375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457200" y="1809750"/>
              <a:ext cx="11277600" cy="2743200"/>
              <a:chOff x="457200" y="1809750"/>
              <a:chExt cx="11277600" cy="27432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457200" y="1809750"/>
                <a:ext cx="3486150" cy="2743200"/>
              </a:xfrm>
              <a:prstGeom prst="roundRect">
                <a:avLst>
                  <a:gd name="adj" fmla="val 416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4352925" y="1809750"/>
                <a:ext cx="3486150" cy="2743200"/>
              </a:xfrm>
              <a:prstGeom prst="roundRect">
                <a:avLst>
                  <a:gd name="adj" fmla="val 416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8248650" y="1809750"/>
                <a:ext cx="3486150" cy="2743200"/>
              </a:xfrm>
              <a:prstGeom prst="roundRect">
                <a:avLst>
                  <a:gd name="adj" fmla="val 4167"/>
                </a:avLst>
              </a:pr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673608" y="2065020"/>
              <a:ext cx="9108186" cy="469392"/>
              <a:chOff x="673608" y="2065020"/>
              <a:chExt cx="9108186" cy="469392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73608" y="2065020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准备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569333" y="2065020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执行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465058" y="2065020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处理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76656" y="2739390"/>
              <a:ext cx="10475214" cy="1418844"/>
              <a:chOff x="676656" y="2739390"/>
              <a:chExt cx="10475214" cy="1418844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676656" y="273939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输入：任务与审核点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76656" y="327279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资料：范围与有效版本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76656" y="380619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系统按配置组织任务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572381" y="273939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按点配置执行链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572381" y="327279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程序校验＋模型理解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572381" y="380619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回传原句、依据、状态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468106" y="273939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审核员确认并复核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468106" y="327279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异常交重试或人工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468106" y="380619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正式决定与处置由人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446532" y="4907280"/>
            <a:ext cx="6367996" cy="410718"/>
            <a:chOff x="446532" y="4907280"/>
            <a:chExt cx="6367996" cy="410718"/>
          </a:xfrm>
        </p:grpSpPr>
        <p:sp>
          <p:nvSpPr>
            <p:cNvPr id="25" name="TextBox 25"/>
            <p:cNvSpPr txBox="1"/>
            <p:nvPr/>
          </p:nvSpPr>
          <p:spPr>
            <a:xfrm>
              <a:off x="446532" y="4907280"/>
              <a:ext cx="63679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按审核点分工接力，保留依据与执行版本。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7200" y="5572125"/>
            <a:ext cx="11277600" cy="600075"/>
            <a:chOff x="457200" y="5572125"/>
            <a:chExt cx="11277600" cy="600075"/>
          </a:xfrm>
        </p:grpSpPr>
        <p:sp>
          <p:nvSpPr>
            <p:cNvPr id="27" name="Rectangle 27"/>
            <p:cNvSpPr/>
            <p:nvPr/>
          </p:nvSpPr>
          <p:spPr>
            <a:xfrm>
              <a:off x="457200" y="5572125"/>
              <a:ext cx="11277600" cy="600075"/>
            </a:xfrm>
            <a:prstGeom prst="roundRect">
              <a:avLst>
                <a:gd name="adj" fmla="val 1904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3232" y="5735955"/>
              <a:ext cx="68061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下一节：把调用流程落实到架构、页面与状态。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51866" y="6468428"/>
            <a:ext cx="22722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5 方案选择 → 6 产品方案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55940" y="6468428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33</a:t>
            </a:r>
          </a:p>
        </p:txBody>
      </p: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2026-10-18T05:53:20Z</dcterms:created>
  <dcterms:modified xsi:type="dcterms:W3CDTF">2026-10-18T05:53:20Z</dcterms:modified>
  <cp:category/>
  <cp:contentStatus/>
</cp:coreProperties>
</file>