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301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01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772"/>
          </a:solidFill>
          <a:ln w="12700">
            <a:solidFill>
              <a:srgbClr val="2E77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4008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E77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408176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700" b="1" dirty="0" err="1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综合实战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41248" y="2194560"/>
            <a:ext cx="8549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77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从Prompt到Agent搭建小红书图文内容工厂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823960" y="987552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B95843"/>
          </a:solidFill>
          <a:ln w="12700">
            <a:solidFill>
              <a:srgbClr val="B95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0536" y="1060704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74352" y="106984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958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23960" y="1920240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2E7772"/>
          </a:solidFill>
          <a:ln w="12700">
            <a:solidFill>
              <a:srgbClr val="2E77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0536" y="1993392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74352" y="200253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E77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23960" y="2852928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2926080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74352" y="29352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23960" y="3785616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705275"/>
          </a:solidFill>
          <a:ln w="12700">
            <a:solidFill>
              <a:srgbClr val="7052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0536" y="3858768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74352" y="38679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5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23960" y="5879592"/>
            <a:ext cx="2331720" cy="329184"/>
          </a:xfrm>
          <a:prstGeom prst="roundRect">
            <a:avLst>
              <a:gd name="adj" fmla="val 13889"/>
            </a:avLst>
          </a:prstGeom>
          <a:solidFill>
            <a:srgbClr val="2E7772"/>
          </a:solidFill>
          <a:ln w="12700">
            <a:solidFill>
              <a:srgbClr val="2E77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0536" y="595274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第06课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E7772"/>
          </a:solidFill>
          <a:ln w="12700">
            <a:solidFill>
              <a:srgbClr val="2E77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最终效果与环境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今天只做一件事儿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06640" y="6455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最终效果与环境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2688" y="1954924"/>
            <a:ext cx="10314432" cy="3750932"/>
          </a:xfrm>
          <a:prstGeom prst="roundRect">
            <a:avLst>
              <a:gd name="adj" fmla="val 862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" y="3529215"/>
            <a:ext cx="9893808" cy="60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2E77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做一个小红书内容生成项目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</a:rPr>
              <a:t>找到一个场景</a:t>
            </a:r>
            <a:r>
              <a:rPr lang="zh-CN" alt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</a:rPr>
              <a:t>，完善到成为生产力工具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06640" y="6455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总结与作业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00200"/>
            <a:ext cx="3456432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00200"/>
            <a:ext cx="64008" cy="1682496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7647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6112" y="2194560"/>
            <a:ext cx="30906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决定节点如何理解和输出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70832" y="1600200"/>
            <a:ext cx="3456432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600200"/>
            <a:ext cx="64008" cy="1682496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7647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53712" y="2194560"/>
            <a:ext cx="30906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把固定步骤变成可重复流程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28432" y="1600200"/>
            <a:ext cx="3456432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28432" y="1600200"/>
            <a:ext cx="64008" cy="1682496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17647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11312" y="2194560"/>
            <a:ext cx="30906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检索样本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3483864"/>
            <a:ext cx="3456432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3483864"/>
            <a:ext cx="64008" cy="1682496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64845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96112" y="4078224"/>
            <a:ext cx="30906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根据状态选择下一步和工具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" y="5577840"/>
            <a:ext cx="10314432" cy="502920"/>
          </a:xfrm>
          <a:prstGeom prst="roundRect">
            <a:avLst>
              <a:gd name="adj" fmla="val 9091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3856" y="5705856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最重要的产物，是一套知道数据从哪里来、怎样隔离、怎样验证的方法。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66</Words>
  <Application>Microsoft Macintosh PowerPoint</Application>
  <PresentationFormat>宽屏</PresentationFormat>
  <Paragraphs>37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Coze综合实战：从Prompt到Agent搭建小红书图文内容工厂</dc:title>
  <dc:subject>第06课：Coze综合实战</dc:subject>
  <dc:creator>AI 产品经理系统课程</dc:creator>
  <cp:lastModifiedBy>didi</cp:lastModifiedBy>
  <cp:revision>3</cp:revision>
  <dcterms:created xsi:type="dcterms:W3CDTF">2026-08-01T15:05:19Z</dcterms:created>
  <dcterms:modified xsi:type="dcterms:W3CDTF">2026-08-03T06:41:22Z</dcterms:modified>
</cp:coreProperties>
</file>