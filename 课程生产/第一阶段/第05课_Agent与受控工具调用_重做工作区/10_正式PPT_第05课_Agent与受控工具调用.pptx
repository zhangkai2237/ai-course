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4447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Agent与受控工具调用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239572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当任务路径无法完全提前写死，如何让模型在目标、工具与权限约束下判断下一步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732520" y="105156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9096" y="112471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69096" y="208483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32520" y="297180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9096" y="304495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9096" y="400507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23960" y="5879592"/>
            <a:ext cx="2331720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0536" y="595274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第05课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今天不是学习“更会聊天”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记住更多Agent术语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从空白搭一个复杂平台Demo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设计一个会用工具、会停止、可验证的执行闭环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从回答问题，走向受控完成任务。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今天要完成一份受控Agent方案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会判断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什么时候需要Agent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会设计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目标、工具、参数与动态路径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会控制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确认、异常、停止与人工接管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会验证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用5条测试检查真实行为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课堂产出：《Agent受控执行设计与测试表》V0.1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一个不能提前写死的门店任务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最近门店经营有问题，帮我找原因并给建议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先查什么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门店、日期、关注指标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可能结果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新客下降 / 补贴异常 / 数据不足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结果不同，下一步也不同。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查完数据后，下一步并不固定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新客下降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查询新客活动规则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补贴异常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查询成本限制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数据不足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追问是否扩大时间范围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同一目标，工具返回会改变执行路径。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Workflow与Agent不是高低关系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路径主要提前规定；稳定、可预测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围绕目标，根据状态判断下一步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Workflow控制主干，Agent处理局部动态判断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选择标准是任务特征，不是谁更“高级”。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Chatbot、Workflow、Agent分别描述什么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对话交互形态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预设执行路径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目标驱动的动态执行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有聊天框不等于有Agent。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三个任务，你会怎么选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Agent边界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固定报销审批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开放式产品问答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Chatbot/大模型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根据多次查询结果制定方案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评估Agent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先说任务路径，再说技术名词。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最小循环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Agent的最小运行循环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最小循环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最终要完成什么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当前知道什么、缺什么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追问、调用工具或输出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工具返回和外部变化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继续、确认、停止或转人工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循环的每一步都应可观察、可限制。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最小循环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第一步不是调用工具，是看当前状态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最小循环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用户关注新客下降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门店ID、开始日期、结束日期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追问必要信息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信息不完整时，不调用工具、不自行猜测。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最小循环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门店经营助手怎样走完一次循环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最小循环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解释新客下降并给建议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确认门店与日期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读取经营指标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获得诊断标签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查询规则并给建议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61004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584448"/>
            <a:ext cx="64008" cy="17373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2172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62172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建议完成或确认后建草稿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每次行动都基于当前状态。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最小循环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工具结果怎样改变下一步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最小循环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3493008" cy="2148840"/>
          </a:xfrm>
          <a:prstGeom prst="roundRect">
            <a:avLst>
              <a:gd name="adj" fmla="val 2128"/>
            </a:avLst>
          </a:prstGeom>
          <a:solidFill>
            <a:srgbClr val="F2E2DB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71576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new_customer_decline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查询新客活动规则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78808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52544" y="2148840"/>
            <a:ext cx="3493008" cy="2148840"/>
          </a:xfrm>
          <a:prstGeom prst="roundRect">
            <a:avLst>
              <a:gd name="adj" fmla="val 2128"/>
            </a:avLst>
          </a:prstGeom>
          <a:solidFill>
            <a:srgbClr val="DDEBE8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71576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subsidy_efficiency_risk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291840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转查补贴限制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18120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991856" y="2148840"/>
            <a:ext cx="3493008" cy="2148840"/>
          </a:xfrm>
          <a:prstGeom prst="roundRect">
            <a:avLst>
              <a:gd name="adj" fmla="val 2128"/>
            </a:avLst>
          </a:prstGeom>
          <a:solidFill>
            <a:srgbClr val="F2E7D5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1584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19872" y="271576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insufficient_data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19872" y="3291840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追问扩大日期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32688" y="513892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276088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Agent不是固定把所有工具调用一遍。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最小循环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产品经理应该观察什么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最小循环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系统想完成什么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当前是否足够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为什么调用这个工具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实际传了什么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工具真实返回什么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61004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584448"/>
            <a:ext cx="64008" cy="17373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2172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62172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下一步和停止是否正确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不要只验收最后一句话。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从“会说”到“能做”缺什么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模型擅长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理解、分类、生成、总结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真实任务需要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查实时数据、读规则、创建草稿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中间能力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外部工具与应用系统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工具把语言能力连接到真实任务。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Calling解决什么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工具选择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模型表达想调用哪个工具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结构参数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模型表达需要传入什么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不负责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真正执行、权限校验和风险控制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Calling是结构化调用表达。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模型提出调用，应用真正执行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F2E2DB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选择工具并生成参数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8980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442716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DDEBE8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2444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0732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0732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校验参数、权限、风险与确认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98464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F2E7D5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0216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执行API、数据库或Workflow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27948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01684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E8E0E7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1412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29700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29700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读取结果，继续或停止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32688" y="513892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276088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模型提出调用 ≠ 操作已经发生。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一个含糊的工具为什么容易被选错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query_data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查询数据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查什么、何时用、传什么、失败怎么办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工具描述模糊，模型选择和系统校验都无从下手。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把query_data改成可用工具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查询指定门店、指定日期范围的经营指标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门店ID、开始/结束日期、指标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不适用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不查活动规则、不创建活动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不访问未授权门店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工具说明同时服务模型选择和产品治理。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工具设计十字段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名称、用途、使用条件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参数、类型、必填/选填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成功返回、异常返回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权限、确认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这是一份模型、应用和产品共同使用的契约。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参数不仅要有，还要能校验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store_id是否存在且有权限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范围是否有效、是否超限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是否在允许枚举中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写入前是否真实获得用户确认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参数正确性由应用校验，不靠模型自觉。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“查询失败”为什么无法驱动下一步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查询失败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STORE_NOT_FOUND / retryable=false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请用户核对门店ID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错误也是Agent继续判断所需的状态。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课堂微练习：补全两个工具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工具调用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search_rules｜搜索规则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create_activity｜创建活动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用途、必填、返回、异常、权限、确认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8分钟填写，随后互换检查。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本课只使用三个工具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query_store_metrics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查询经营指标与诊断标签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search_activity_rules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查询活动或成本规则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create_campaign_draft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确认后创建草稿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工具少而清晰，优于工具多而重叠。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工具一：查询经营数据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查询指定门店和日期的经营指标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store_id、start_date、end_date、metrics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数值、变化、完整性、诊断标签与依据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读取类，先校验门店权限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异常阈值由确定性规则返回，不由模型发明。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工具二：查询活动规则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查询活动或成本规则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store_id、rule_type、query_date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适用范围、门槛、限制、版本与来源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读取知识，可自动调用并留痕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规则冲突时不由模型自行裁决。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工具三：创建活动草稿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使用已确认参数创建草稿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活动、人群、优惠、门槛、时间、预算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user_confirmed必须为true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只有创建草稿能力，没有发布能力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写入前必须展示完整参数。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路径一：新客下降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F2E2DB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返回new_customer_decline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23083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96819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DDEBE8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6547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24835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查规则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24835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获得适用拉新规则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06670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80406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F2E7D5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0134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8422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08422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给出有依据的活动建议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90258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63994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E8E0E7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3722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92010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2010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用户确认完整参数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73845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447581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E2E9DE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7309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75597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75597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创建活动草稿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" y="513892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276088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建议可以自动生成，写入必须确认。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路径二：补贴异常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F2E2DB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新客正常、补贴异常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23083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96819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DDEBE8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6547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24835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24835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不查询新客活动规则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06670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80406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F2E7D5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0134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8422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查规则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08422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查询补贴与成本限制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90258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63994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E8E0E7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3722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92010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2010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给补贴效率优化建议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73845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447581" y="2148840"/>
            <a:ext cx="2037283" cy="2148840"/>
          </a:xfrm>
          <a:prstGeom prst="roundRect">
            <a:avLst>
              <a:gd name="adj" fmla="val 2244"/>
            </a:avLst>
          </a:prstGeom>
          <a:solidFill>
            <a:srgbClr val="E2E9DE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7309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75597" y="2715768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75597" y="3291840"/>
            <a:ext cx="17812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不创建新活动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" y="513892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276088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这条路径证明结果会改变下一步。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路径三：数据不足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F2E2DB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只返回3天有效数据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8980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442716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DDEBE8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2444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0732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0732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是否扩大到最近30天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98464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F2E7D5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0216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重新查询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27948" y="3063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01684" y="2148840"/>
            <a:ext cx="2583180" cy="2148840"/>
          </a:xfrm>
          <a:prstGeom prst="roundRect">
            <a:avLst>
              <a:gd name="adj" fmla="val 2128"/>
            </a:avLst>
          </a:prstGeom>
          <a:solidFill>
            <a:srgbClr val="E8E0E7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1412" y="22677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29700" y="2715768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29700" y="329184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说明限制并停止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32688" y="513892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276088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数据不足时，不用想象补齐数据。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为什么不能把三个工具固定调用一遍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动态路径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数据正常仍查询活动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补贴异常却生成拉新方案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未确认就触发写入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增加调用、时延与排错难度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Agent的价值是有依据地选择，而不是多调用。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课间休息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休息5分钟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课间休息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保存工具练习，回来完成Agent V0.1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检查Coze、三个工具和T1—T5备用记录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回来后先做纸面设计，再看平台Demo。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先设计，再打开平台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平台按钮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会变化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产品骨架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目标、工具、边界、异常、停止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纸面V0.1 → 同伴检查 → Coze验证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避免只会模仿平台操作。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案例背景与可用能力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连锁餐饮门店店长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经营异常，需要分析和建议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查询指标、查询规则、创建草稿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限制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不能直接发布活动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不要增加案例中不存在的工具。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8分钟完成Agent V0.1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服务对象、目标、完成标准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必要输入与三个工具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动态路径、确认、异常、停止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一张可评审的方案草稿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现在开始，8分钟。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交换检查四个问题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Agent知道何时算完成吗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职责清晰且不重复吗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写入前有确认吗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失败后知道如何处理吗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4分钟，两人互查。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纸面设计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一份可控Agent方案应回答十件事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纸面设计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用户、问题、目标、完成标准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输入、工具、动态路径、输出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确认、异常、停止、人工接管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不仅设计成功路径，也设计如何安全失败。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Agent可以建议，不代表可以执行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生成运营方案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草稿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写入系统但仍可修改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影响真实用户和预算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资金/删除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可能难以撤销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能力判断之后，还要做风险判断。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从读取到发布，风险逐步上升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公开知识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可自动并记录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业务数据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校验身份与权限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生成建议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展示依据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创建草稿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明确确认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对外发布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强确认或审批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61004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584448"/>
            <a:ext cx="64008" cy="17373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2172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不可逆动作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62172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默认禁止自动执行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自动化程度应随风险变化。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两条轴判断自动化程度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出错后的影响，从低到高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纵轴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是否容易撤销，从容易到困难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高影响＋难撤销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默认不让Agent独立完成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风险不是只看动作名称。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信息不足：追问，不猜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自行猜测门店和日期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指出缺失字段并只追问必要信息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补全前不调用工具。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工具失败：说明，不编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无结果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查询成功但没有数据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调用失败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接口未完成任务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展示状态、重试条件或停止建议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不能用看似合理的内容填补失败。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权限超界：停止，不绕过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用户要求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直接发布活动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当前能力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只有创建草稿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说明边界，确认后可建草稿，发布转人工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没有工具，就是产品边界。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重复失败：停止并转人工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设置最大重试次数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停止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连续失败或结果冲突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保留目标、参数、调用和失败位置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人工不应让用户从头再说。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一句“确认吗”为什么不够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哪家门店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人群、优惠与门槛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开始和结束日期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预算上限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只建草稿，还是正式发布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确认必须让用户知道将要发生什么。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风险与接管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转人工时不要让用户从头再说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风险与接管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原始需求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已确认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门店、日期、方案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执行记录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工具、参数、结果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失败位置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为什么无法继续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人工建议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下一步应处理什么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上下文完整，人工接管才有效率。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Coze测试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Coze演示看什么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Coze测试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信息是否完整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选择了哪个工具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参数传了什么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工具返回什么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下一步如何变化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61004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61004" y="3584448"/>
            <a:ext cx="64008" cy="173736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2172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何时停止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62172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08776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08776" y="3584448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何时确认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9944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不只看最终回答是否流畅。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Coze测试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三个模拟工具与固定数据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Coze测试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数据工具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返回指标、诊断标签和异常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规则工具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返回适用规则、限制和来源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草稿工具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确认后返回draft_id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数据范围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全部使用教学模拟数据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不连接真实公司系统。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Coze测试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五条测试，不只测正常路径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Coze测试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17373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信息完整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17373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缺少参数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17373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结果改变路径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173736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工具失败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3584448"/>
            <a:ext cx="2528316" cy="1737360"/>
          </a:xfrm>
          <a:prstGeom prst="roundRect">
            <a:avLst>
              <a:gd name="adj" fmla="val 26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584448"/>
            <a:ext cx="64008" cy="173736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67328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越权请求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每条记录工具、参数、返回、下一步和是否通过。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Coze测试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T1＋T2：正常完成与缺少参数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Coze测试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完整门店、日期和新客问题 → 查询并给建议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缺少门店和日期 → 先追问，不调用工具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一个测完成，一个测不乱动。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Coze测试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T3：结果改变，路径也要改变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Coze测试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新客正常、补贴异常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不查新客活动规则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查询补贴与成本限制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给优化建议，不创建拉新草稿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这是本课验证Agent动态选择的核心测试。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Coze测试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T4＋T5：工具失败与越权请求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Coze测试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STORE_NOT_FOUND → 提示核对并停止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要求直接发布 → 说明无发布权限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允许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信息完整且确认后，只创建草稿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受控失败比“强行完成”更专业。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MCP与多Agent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Calling、MCP与Agent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MCP与多Agent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Calling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结构化表达工具与参数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76928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6928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8096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8096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标准化连接工具、资源和上下文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0624" y="1627632"/>
            <a:ext cx="3444240" cy="3520440"/>
          </a:xfrm>
          <a:prstGeom prst="roundRect">
            <a:avLst>
              <a:gd name="adj" fmla="val 13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0624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1792" y="1810512"/>
            <a:ext cx="306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286000"/>
            <a:ext cx="3041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围绕目标判断下一步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MCP不是Agent，也不替Agent做决策。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MCP与多Agent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什么时候才需要Multi-Agent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MCP与多Agent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可以考虑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专业子任务、不同工具或权限、可拆分校验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08776" y="1627632"/>
            <a:ext cx="5276088" cy="3520440"/>
          </a:xfrm>
          <a:prstGeom prst="roundRect">
            <a:avLst>
              <a:gd name="adj" fmla="val 129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8105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不建议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2286000"/>
            <a:ext cx="48737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单Agent已能完成、角色边界不清、成本时延敏感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默认先用单Agent＋少量工具跑通闭环。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4747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四句话总结与Agent V1.0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总结与作业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627632"/>
            <a:ext cx="64008" cy="35204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围绕目标判断下一步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61004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1004" y="1627632"/>
            <a:ext cx="64008" cy="35204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2172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2172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职责、参数、权限、异常要清楚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627632"/>
            <a:ext cx="64008" cy="35204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确认、停止、人工接管不可少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56548" y="1627632"/>
            <a:ext cx="2528316" cy="3520440"/>
          </a:xfrm>
          <a:prstGeom prst="roundRect">
            <a:avLst>
              <a:gd name="adj" fmla="val 18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6548" y="1627632"/>
            <a:ext cx="64008" cy="35204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7716" y="1810512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7716" y="2286000"/>
            <a:ext cx="21259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自己的场景＋2—4工具＋5条测试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32688" y="5577840"/>
            <a:ext cx="10314432" cy="493776"/>
          </a:xfrm>
          <a:prstGeom prst="roundRect">
            <a:avLst>
              <a:gd name="adj" fmla="val 9259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96712"/>
            <a:ext cx="989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先证明必要、可控、可测试，再增加复杂度。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Agent与受控工具调用</dc:title>
  <dc:subject>第05课：Agent与受控工具调用</dc:subject>
  <dc:creator>AI 产品经理系统课程</dc:creator>
  <cp:lastModifiedBy>AI 产品经理系统课程</cp:lastModifiedBy>
  <cp:revision>1</cp:revision>
  <dcterms:created xsi:type="dcterms:W3CDTF">2026-07-26T09:20:37Z</dcterms:created>
  <dcterms:modified xsi:type="dcterms:W3CDTF">2026-07-26T09:20:37Z</dcterms:modified>
</cp:coreProperties>
</file>