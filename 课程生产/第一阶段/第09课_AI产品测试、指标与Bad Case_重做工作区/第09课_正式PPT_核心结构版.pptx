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c244a3ad8a464f" /><Relationship Type="http://schemas.openxmlformats.org/officeDocument/2006/relationships/extended-properties" Target="/docProps/app.xml" Id="Re752277462434d8a" /><Relationship Type="http://schemas.openxmlformats.org/officeDocument/2006/relationships/officeDocument" Target="/ppt/presentation.xml" Id="R10cf83ab21cb4a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0e0899ec64b07"/>
  </p:sldMasterIdLst>
  <p:notesMasterIdLst>
    <p:notesMasterId xmlns:r="http://schemas.openxmlformats.org/officeDocument/2006/relationships" r:id="Rbf8d82f0bd284c20"/>
  </p:notesMasterIdLst>
  <p:sldIdLst>
    <p:sldId xmlns:r="http://schemas.openxmlformats.org/officeDocument/2006/relationships" id="256" r:id="R10f0d4f8ff344221"/>
    <p:sldId xmlns:r="http://schemas.openxmlformats.org/officeDocument/2006/relationships" id="257" r:id="R79b91733fa494534"/>
    <p:sldId xmlns:r="http://schemas.openxmlformats.org/officeDocument/2006/relationships" id="258" r:id="Rc057d42abe644042"/>
    <p:sldId xmlns:r="http://schemas.openxmlformats.org/officeDocument/2006/relationships" id="259" r:id="Rb8c946ee149f494f"/>
    <p:sldId xmlns:r="http://schemas.openxmlformats.org/officeDocument/2006/relationships" id="260" r:id="R844d97b704a94861"/>
    <p:sldId xmlns:r="http://schemas.openxmlformats.org/officeDocument/2006/relationships" id="261" r:id="R817686952ff84f5f"/>
    <p:sldId xmlns:r="http://schemas.openxmlformats.org/officeDocument/2006/relationships" id="262" r:id="R0ad4ef39a6dd414b"/>
    <p:sldId xmlns:r="http://schemas.openxmlformats.org/officeDocument/2006/relationships" id="263" r:id="R48adfa5ccef44596"/>
    <p:sldId xmlns:r="http://schemas.openxmlformats.org/officeDocument/2006/relationships" id="264" r:id="R57c47eaf69bd41a2"/>
    <p:sldId xmlns:r="http://schemas.openxmlformats.org/officeDocument/2006/relationships" id="265" r:id="Ra3e24cde92a14c39"/>
    <p:sldId xmlns:r="http://schemas.openxmlformats.org/officeDocument/2006/relationships" id="266" r:id="R6b8200fad597437e"/>
    <p:sldId xmlns:r="http://schemas.openxmlformats.org/officeDocument/2006/relationships" id="267" r:id="Rd3755197e512439c"/>
    <p:sldId xmlns:r="http://schemas.openxmlformats.org/officeDocument/2006/relationships" id="268" r:id="Ra056a876d7544061"/>
    <p:sldId xmlns:r="http://schemas.openxmlformats.org/officeDocument/2006/relationships" id="269" r:id="Rd76e7943543a4f96"/>
    <p:sldId xmlns:r="http://schemas.openxmlformats.org/officeDocument/2006/relationships" id="270" r:id="Rdbf90182d4ff449b"/>
    <p:sldId xmlns:r="http://schemas.openxmlformats.org/officeDocument/2006/relationships" id="271" r:id="R88c196fd9d50452d"/>
    <p:sldId xmlns:r="http://schemas.openxmlformats.org/officeDocument/2006/relationships" id="272" r:id="R1eb4d82fffd24bf1"/>
    <p:sldId xmlns:r="http://schemas.openxmlformats.org/officeDocument/2006/relationships" id="273" r:id="R311d020c94fa47b5"/>
    <p:sldId xmlns:r="http://schemas.openxmlformats.org/officeDocument/2006/relationships" id="274" r:id="Ra3c292618fab4c1f"/>
    <p:sldId xmlns:r="http://schemas.openxmlformats.org/officeDocument/2006/relationships" id="275" r:id="R9ebb3cf9a81a4703"/>
    <p:sldId xmlns:r="http://schemas.openxmlformats.org/officeDocument/2006/relationships" id="276" r:id="R8816ba762dbd414e"/>
    <p:sldId xmlns:r="http://schemas.openxmlformats.org/officeDocument/2006/relationships" id="277" r:id="R90e144e266ef4bb3"/>
    <p:sldId xmlns:r="http://schemas.openxmlformats.org/officeDocument/2006/relationships" id="278" r:id="R0d25a9f3b0544500"/>
    <p:sldId xmlns:r="http://schemas.openxmlformats.org/officeDocument/2006/relationships" id="279" r:id="R033024f9dd704257"/>
    <p:sldId xmlns:r="http://schemas.openxmlformats.org/officeDocument/2006/relationships" id="280" r:id="R997c0e7f2ac64283"/>
    <p:sldId xmlns:r="http://schemas.openxmlformats.org/officeDocument/2006/relationships" id="281" r:id="R96b6408d31c84c1e"/>
    <p:sldId xmlns:r="http://schemas.openxmlformats.org/officeDocument/2006/relationships" id="282" r:id="Re019f15d6b1a46ff"/>
    <p:sldId xmlns:r="http://schemas.openxmlformats.org/officeDocument/2006/relationships" id="283" r:id="R0ddef71795454e4f"/>
    <p:sldId xmlns:r="http://schemas.openxmlformats.org/officeDocument/2006/relationships" id="284" r:id="Ref0ddbb67c6349ee"/>
    <p:sldId xmlns:r="http://schemas.openxmlformats.org/officeDocument/2006/relationships" id="285" r:id="Ree9b218143fe4df4"/>
    <p:sldId xmlns:r="http://schemas.openxmlformats.org/officeDocument/2006/relationships" id="286" r:id="R5f39705f8225476b"/>
    <p:sldId xmlns:r="http://schemas.openxmlformats.org/officeDocument/2006/relationships" id="287" r:id="R6cd4eb715ae249a2"/>
    <p:sldId xmlns:r="http://schemas.openxmlformats.org/officeDocument/2006/relationships" id="288" r:id="R6a2713980e104b5c"/>
    <p:sldId xmlns:r="http://schemas.openxmlformats.org/officeDocument/2006/relationships" id="289" r:id="Rd64b530ede3d4d00"/>
    <p:sldId xmlns:r="http://schemas.openxmlformats.org/officeDocument/2006/relationships" id="290" r:id="R202ced96d2ef4a62"/>
    <p:sldId xmlns:r="http://schemas.openxmlformats.org/officeDocument/2006/relationships" id="291" r:id="R83fc49b3f2744ab7"/>
    <p:sldId xmlns:r="http://schemas.openxmlformats.org/officeDocument/2006/relationships" id="292" r:id="Ra786c2e962b0440c"/>
    <p:sldId xmlns:r="http://schemas.openxmlformats.org/officeDocument/2006/relationships" id="293" r:id="Rbd56434887f349bc"/>
    <p:sldId xmlns:r="http://schemas.openxmlformats.org/officeDocument/2006/relationships" id="294" r:id="R301d24b57e0643e2"/>
    <p:sldId xmlns:r="http://schemas.openxmlformats.org/officeDocument/2006/relationships" id="295" r:id="R28badfdcb265417f"/>
    <p:sldId xmlns:r="http://schemas.openxmlformats.org/officeDocument/2006/relationships" id="296" r:id="R2be5d4e7400f434b"/>
    <p:sldId xmlns:r="http://schemas.openxmlformats.org/officeDocument/2006/relationships" id="297" r:id="Rb115b970d8304fb2"/>
    <p:sldId xmlns:r="http://schemas.openxmlformats.org/officeDocument/2006/relationships" id="298" r:id="Rbeca13b18cd74311"/>
    <p:sldId xmlns:r="http://schemas.openxmlformats.org/officeDocument/2006/relationships" id="299" r:id="R36424c58695945d7"/>
    <p:sldId xmlns:r="http://schemas.openxmlformats.org/officeDocument/2006/relationships" id="300" r:id="R04a35876a277425e"/>
    <p:sldId xmlns:r="http://schemas.openxmlformats.org/officeDocument/2006/relationships" id="301" r:id="R3ad0025c89fc4a3b"/>
    <p:sldId xmlns:r="http://schemas.openxmlformats.org/officeDocument/2006/relationships" id="302" r:id="R098b65fbdfe74ebf"/>
    <p:sldId xmlns:r="http://schemas.openxmlformats.org/officeDocument/2006/relationships" id="303" r:id="Rdebbe741c95a4f62"/>
    <p:sldId xmlns:r="http://schemas.openxmlformats.org/officeDocument/2006/relationships" id="304" r:id="R2f0252fe50524259"/>
    <p:sldId xmlns:r="http://schemas.openxmlformats.org/officeDocument/2006/relationships" id="305" r:id="Radb9ed01669147e5"/>
    <p:sldId xmlns:r="http://schemas.openxmlformats.org/officeDocument/2006/relationships" id="306" r:id="R4586eea854234c1e"/>
    <p:sldId xmlns:r="http://schemas.openxmlformats.org/officeDocument/2006/relationships" id="307" r:id="Rf1dd84c3f6574f1d"/>
    <p:sldId xmlns:r="http://schemas.openxmlformats.org/officeDocument/2006/relationships" id="308" r:id="R5a72a9e2ec6b46d0"/>
    <p:sldId xmlns:r="http://schemas.openxmlformats.org/officeDocument/2006/relationships" id="309" r:id="R13d8ed76f92943d2"/>
    <p:sldId xmlns:r="http://schemas.openxmlformats.org/officeDocument/2006/relationships" id="310" r:id="Rb42450537a104ff0"/>
    <p:sldId xmlns:r="http://schemas.openxmlformats.org/officeDocument/2006/relationships" id="311" r:id="Redd4abbf161d4b94"/>
    <p:sldId xmlns:r="http://schemas.openxmlformats.org/officeDocument/2006/relationships" id="312" r:id="R1fda70a9dbf34360"/>
    <p:sldId xmlns:r="http://schemas.openxmlformats.org/officeDocument/2006/relationships" id="313" r:id="Rb8388291736148e1"/>
    <p:sldId xmlns:r="http://schemas.openxmlformats.org/officeDocument/2006/relationships" id="314" r:id="Rd4dc5a5b5a324d04"/>
    <p:sldId xmlns:r="http://schemas.openxmlformats.org/officeDocument/2006/relationships" id="315" r:id="R68e0c6c26f8c4654"/>
    <p:sldId xmlns:r="http://schemas.openxmlformats.org/officeDocument/2006/relationships" id="316" r:id="R353d9515a73e4ba8"/>
    <p:sldId xmlns:r="http://schemas.openxmlformats.org/officeDocument/2006/relationships" id="317" r:id="R52b2a5d8ba5e48cd"/>
    <p:sldId xmlns:r="http://schemas.openxmlformats.org/officeDocument/2006/relationships" id="318" r:id="Rfdbc92a891bd4c7c"/>
    <p:sldId xmlns:r="http://schemas.openxmlformats.org/officeDocument/2006/relationships" id="319" r:id="R8aae5146ddd6490c"/>
    <p:sldId xmlns:r="http://schemas.openxmlformats.org/officeDocument/2006/relationships" id="320" r:id="R76d715ef27cd476e"/>
    <p:sldId xmlns:r="http://schemas.openxmlformats.org/officeDocument/2006/relationships" id="321" r:id="R52b94578565541a3"/>
    <p:sldId xmlns:r="http://schemas.openxmlformats.org/officeDocument/2006/relationships" id="322" r:id="R54ed42b3a05c4d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6559ab494e4e7b" /><Relationship Type="http://schemas.openxmlformats.org/officeDocument/2006/relationships/slideMaster" Target="/ppt/slideMasters/slideMaster1.xml" Id="R5220e0899ec64b07" /><Relationship Type="http://schemas.openxmlformats.org/officeDocument/2006/relationships/notesMaster" Target="/ppt/notesMasters/notesMaster1.xml" Id="Rbf8d82f0bd284c20" /><Relationship Type="http://schemas.openxmlformats.org/officeDocument/2006/relationships/presProps" Target="/ppt/presProps.xml" Id="R237692e0f97944af" /><Relationship Type="http://schemas.openxmlformats.org/officeDocument/2006/relationships/tableStyles" Target="/ppt/tableStyles.xml" Id="Rdc113513ade5425f" /><Relationship Type="http://schemas.openxmlformats.org/officeDocument/2006/relationships/slide" Target="/ppt/slides/slide1.xml" Id="R10f0d4f8ff344221" /><Relationship Type="http://schemas.openxmlformats.org/officeDocument/2006/relationships/slide" Target="/ppt/slides/slide2.xml" Id="R79b91733fa494534" /><Relationship Type="http://schemas.openxmlformats.org/officeDocument/2006/relationships/slide" Target="/ppt/slides/slide3.xml" Id="Rc057d42abe644042" /><Relationship Type="http://schemas.openxmlformats.org/officeDocument/2006/relationships/slide" Target="/ppt/slides/slide4.xml" Id="Rb8c946ee149f494f" /><Relationship Type="http://schemas.openxmlformats.org/officeDocument/2006/relationships/slide" Target="/ppt/slides/slide5.xml" Id="R844d97b704a94861" /><Relationship Type="http://schemas.openxmlformats.org/officeDocument/2006/relationships/slide" Target="/ppt/slides/slide6.xml" Id="R817686952ff84f5f" /><Relationship Type="http://schemas.openxmlformats.org/officeDocument/2006/relationships/slide" Target="/ppt/slides/slide7.xml" Id="R0ad4ef39a6dd414b" /><Relationship Type="http://schemas.openxmlformats.org/officeDocument/2006/relationships/slide" Target="/ppt/slides/slide8.xml" Id="R48adfa5ccef44596" /><Relationship Type="http://schemas.openxmlformats.org/officeDocument/2006/relationships/slide" Target="/ppt/slides/slide9.xml" Id="R57c47eaf69bd41a2" /><Relationship Type="http://schemas.openxmlformats.org/officeDocument/2006/relationships/slide" Target="/ppt/slides/slide10.xml" Id="Ra3e24cde92a14c39" /><Relationship Type="http://schemas.openxmlformats.org/officeDocument/2006/relationships/slide" Target="/ppt/slides/slide11.xml" Id="R6b8200fad597437e" /><Relationship Type="http://schemas.openxmlformats.org/officeDocument/2006/relationships/slide" Target="/ppt/slides/slide12.xml" Id="Rd3755197e512439c" /><Relationship Type="http://schemas.openxmlformats.org/officeDocument/2006/relationships/slide" Target="/ppt/slides/slide13.xml" Id="Ra056a876d7544061" /><Relationship Type="http://schemas.openxmlformats.org/officeDocument/2006/relationships/slide" Target="/ppt/slides/slide14.xml" Id="Rd76e7943543a4f96" /><Relationship Type="http://schemas.openxmlformats.org/officeDocument/2006/relationships/slide" Target="/ppt/slides/slide15.xml" Id="Rdbf90182d4ff449b" /><Relationship Type="http://schemas.openxmlformats.org/officeDocument/2006/relationships/slide" Target="/ppt/slides/slide16.xml" Id="R88c196fd9d50452d" /><Relationship Type="http://schemas.openxmlformats.org/officeDocument/2006/relationships/slide" Target="/ppt/slides/slide17.xml" Id="R1eb4d82fffd24bf1" /><Relationship Type="http://schemas.openxmlformats.org/officeDocument/2006/relationships/slide" Target="/ppt/slides/slide18.xml" Id="R311d020c94fa47b5" /><Relationship Type="http://schemas.openxmlformats.org/officeDocument/2006/relationships/slide" Target="/ppt/slides/slide19.xml" Id="Ra3c292618fab4c1f" /><Relationship Type="http://schemas.openxmlformats.org/officeDocument/2006/relationships/slide" Target="/ppt/slides/slide20.xml" Id="R9ebb3cf9a81a4703" /><Relationship Type="http://schemas.openxmlformats.org/officeDocument/2006/relationships/slide" Target="/ppt/slides/slide21.xml" Id="R8816ba762dbd414e" /><Relationship Type="http://schemas.openxmlformats.org/officeDocument/2006/relationships/slide" Target="/ppt/slides/slide22.xml" Id="R90e144e266ef4bb3" /><Relationship Type="http://schemas.openxmlformats.org/officeDocument/2006/relationships/slide" Target="/ppt/slides/slide23.xml" Id="R0d25a9f3b0544500" /><Relationship Type="http://schemas.openxmlformats.org/officeDocument/2006/relationships/slide" Target="/ppt/slides/slide24.xml" Id="R033024f9dd704257" /><Relationship Type="http://schemas.openxmlformats.org/officeDocument/2006/relationships/slide" Target="/ppt/slides/slide25.xml" Id="R997c0e7f2ac64283" /><Relationship Type="http://schemas.openxmlformats.org/officeDocument/2006/relationships/slide" Target="/ppt/slides/slide26.xml" Id="R96b6408d31c84c1e" /><Relationship Type="http://schemas.openxmlformats.org/officeDocument/2006/relationships/slide" Target="/ppt/slides/slide27.xml" Id="Re019f15d6b1a46ff" /><Relationship Type="http://schemas.openxmlformats.org/officeDocument/2006/relationships/slide" Target="/ppt/slides/slide28.xml" Id="R0ddef71795454e4f" /><Relationship Type="http://schemas.openxmlformats.org/officeDocument/2006/relationships/slide" Target="/ppt/slides/slide29.xml" Id="Ref0ddbb67c6349ee" /><Relationship Type="http://schemas.openxmlformats.org/officeDocument/2006/relationships/slide" Target="/ppt/slides/slide30.xml" Id="Ree9b218143fe4df4" /><Relationship Type="http://schemas.openxmlformats.org/officeDocument/2006/relationships/slide" Target="/ppt/slides/slide31.xml" Id="R5f39705f8225476b" /><Relationship Type="http://schemas.openxmlformats.org/officeDocument/2006/relationships/slide" Target="/ppt/slides/slide32.xml" Id="R6cd4eb715ae249a2" /><Relationship Type="http://schemas.openxmlformats.org/officeDocument/2006/relationships/slide" Target="/ppt/slides/slide33.xml" Id="R6a2713980e104b5c" /><Relationship Type="http://schemas.openxmlformats.org/officeDocument/2006/relationships/slide" Target="/ppt/slides/slide34.xml" Id="Rd64b530ede3d4d00" /><Relationship Type="http://schemas.openxmlformats.org/officeDocument/2006/relationships/slide" Target="/ppt/slides/slide35.xml" Id="R202ced96d2ef4a62" /><Relationship Type="http://schemas.openxmlformats.org/officeDocument/2006/relationships/slide" Target="/ppt/slides/slide36.xml" Id="R83fc49b3f2744ab7" /><Relationship Type="http://schemas.openxmlformats.org/officeDocument/2006/relationships/slide" Target="/ppt/slides/slide37.xml" Id="Ra786c2e962b0440c" /><Relationship Type="http://schemas.openxmlformats.org/officeDocument/2006/relationships/slide" Target="/ppt/slides/slide38.xml" Id="Rbd56434887f349bc" /><Relationship Type="http://schemas.openxmlformats.org/officeDocument/2006/relationships/slide" Target="/ppt/slides/slide39.xml" Id="R301d24b57e0643e2" /><Relationship Type="http://schemas.openxmlformats.org/officeDocument/2006/relationships/slide" Target="/ppt/slides/slide40.xml" Id="R28badfdcb265417f" /><Relationship Type="http://schemas.openxmlformats.org/officeDocument/2006/relationships/slide" Target="/ppt/slides/slide41.xml" Id="R2be5d4e7400f434b" /><Relationship Type="http://schemas.openxmlformats.org/officeDocument/2006/relationships/slide" Target="/ppt/slides/slide42.xml" Id="Rb115b970d8304fb2" /><Relationship Type="http://schemas.openxmlformats.org/officeDocument/2006/relationships/slide" Target="/ppt/slides/slide43.xml" Id="Rbeca13b18cd74311" /><Relationship Type="http://schemas.openxmlformats.org/officeDocument/2006/relationships/slide" Target="/ppt/slides/slide44.xml" Id="R36424c58695945d7" /><Relationship Type="http://schemas.openxmlformats.org/officeDocument/2006/relationships/slide" Target="/ppt/slides/slide45.xml" Id="R04a35876a277425e" /><Relationship Type="http://schemas.openxmlformats.org/officeDocument/2006/relationships/slide" Target="/ppt/slides/slide46.xml" Id="R3ad0025c89fc4a3b" /><Relationship Type="http://schemas.openxmlformats.org/officeDocument/2006/relationships/slide" Target="/ppt/slides/slide47.xml" Id="R098b65fbdfe74ebf" /><Relationship Type="http://schemas.openxmlformats.org/officeDocument/2006/relationships/slide" Target="/ppt/slides/slide48.xml" Id="Rdebbe741c95a4f62" /><Relationship Type="http://schemas.openxmlformats.org/officeDocument/2006/relationships/slide" Target="/ppt/slides/slide49.xml" Id="R2f0252fe50524259" /><Relationship Type="http://schemas.openxmlformats.org/officeDocument/2006/relationships/slide" Target="/ppt/slides/slide50.xml" Id="Radb9ed01669147e5" /><Relationship Type="http://schemas.openxmlformats.org/officeDocument/2006/relationships/slide" Target="/ppt/slides/slide51.xml" Id="R4586eea854234c1e" /><Relationship Type="http://schemas.openxmlformats.org/officeDocument/2006/relationships/slide" Target="/ppt/slides/slide52.xml" Id="Rf1dd84c3f6574f1d" /><Relationship Type="http://schemas.openxmlformats.org/officeDocument/2006/relationships/slide" Target="/ppt/slides/slide53.xml" Id="R5a72a9e2ec6b46d0" /><Relationship Type="http://schemas.openxmlformats.org/officeDocument/2006/relationships/slide" Target="/ppt/slides/slide54.xml" Id="R13d8ed76f92943d2" /><Relationship Type="http://schemas.openxmlformats.org/officeDocument/2006/relationships/slide" Target="/ppt/slides/slide55.xml" Id="Rb42450537a104ff0" /><Relationship Type="http://schemas.openxmlformats.org/officeDocument/2006/relationships/slide" Target="/ppt/slides/slide56.xml" Id="Redd4abbf161d4b94" /><Relationship Type="http://schemas.openxmlformats.org/officeDocument/2006/relationships/slide" Target="/ppt/slides/slide57.xml" Id="R1fda70a9dbf34360" /><Relationship Type="http://schemas.openxmlformats.org/officeDocument/2006/relationships/slide" Target="/ppt/slides/slide58.xml" Id="Rb8388291736148e1" /><Relationship Type="http://schemas.openxmlformats.org/officeDocument/2006/relationships/slide" Target="/ppt/slides/slide59.xml" Id="Rd4dc5a5b5a324d04" /><Relationship Type="http://schemas.openxmlformats.org/officeDocument/2006/relationships/slide" Target="/ppt/slides/slide60.xml" Id="R68e0c6c26f8c4654" /><Relationship Type="http://schemas.openxmlformats.org/officeDocument/2006/relationships/slide" Target="/ppt/slides/slide61.xml" Id="R353d9515a73e4ba8" /><Relationship Type="http://schemas.openxmlformats.org/officeDocument/2006/relationships/slide" Target="/ppt/slides/slide62.xml" Id="R52b2a5d8ba5e48cd" /><Relationship Type="http://schemas.openxmlformats.org/officeDocument/2006/relationships/slide" Target="/ppt/slides/slide63.xml" Id="Rfdbc92a891bd4c7c" /><Relationship Type="http://schemas.openxmlformats.org/officeDocument/2006/relationships/slide" Target="/ppt/slides/slide64.xml" Id="R8aae5146ddd6490c" /><Relationship Type="http://schemas.openxmlformats.org/officeDocument/2006/relationships/slide" Target="/ppt/slides/slide65.xml" Id="R76d715ef27cd476e" /><Relationship Type="http://schemas.openxmlformats.org/officeDocument/2006/relationships/slide" Target="/ppt/slides/slide66.xml" Id="R52b94578565541a3" /><Relationship Type="http://schemas.openxmlformats.org/officeDocument/2006/relationships/slide" Target="/ppt/slides/slide67.xml" Id="R54ed42b3a05c4d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d83aa216b24a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9b946975f34685" /><Relationship Type="http://schemas.openxmlformats.org/officeDocument/2006/relationships/notesMaster" Target="/ppt/notesMasters/notesMaster1.xml" Id="Rc2557dd44b5740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35d070280846f6" /><Relationship Type="http://schemas.openxmlformats.org/officeDocument/2006/relationships/notesMaster" Target="/ppt/notesMasters/notesMaster1.xml" Id="Rd226c651dfc943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62c000943148e5" /><Relationship Type="http://schemas.openxmlformats.org/officeDocument/2006/relationships/notesMaster" Target="/ppt/notesMasters/notesMaster1.xml" Id="R7597ca94934941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b47701c85c4bea" /><Relationship Type="http://schemas.openxmlformats.org/officeDocument/2006/relationships/notesMaster" Target="/ppt/notesMasters/notesMaster1.xml" Id="Rb084b5afec4844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2a4e4003374702" /><Relationship Type="http://schemas.openxmlformats.org/officeDocument/2006/relationships/notesMaster" Target="/ppt/notesMasters/notesMaster1.xml" Id="Rcb0ca291139b48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15a2fdae2046b7" /><Relationship Type="http://schemas.openxmlformats.org/officeDocument/2006/relationships/notesMaster" Target="/ppt/notesMasters/notesMaster1.xml" Id="R4d8a2132936741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c431555e3e478b" /><Relationship Type="http://schemas.openxmlformats.org/officeDocument/2006/relationships/notesMaster" Target="/ppt/notesMasters/notesMaster1.xml" Id="Rafb6dfce53194d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913d2720554fc1" /><Relationship Type="http://schemas.openxmlformats.org/officeDocument/2006/relationships/notesMaster" Target="/ppt/notesMasters/notesMaster1.xml" Id="R33d770cec9bc45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c8c7a8cd474a9d" /><Relationship Type="http://schemas.openxmlformats.org/officeDocument/2006/relationships/notesMaster" Target="/ppt/notesMasters/notesMaster1.xml" Id="Rc192ce8f1f0c4e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8abd735eaf43df" /><Relationship Type="http://schemas.openxmlformats.org/officeDocument/2006/relationships/notesMaster" Target="/ppt/notesMasters/notesMaster1.xml" Id="R6369a5b2b18d4e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969f9625574ee8" /><Relationship Type="http://schemas.openxmlformats.org/officeDocument/2006/relationships/notesMaster" Target="/ppt/notesMasters/notesMaster1.xml" Id="R6492cb55c16c4e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742402104f4a5a" /><Relationship Type="http://schemas.openxmlformats.org/officeDocument/2006/relationships/notesMaster" Target="/ppt/notesMasters/notesMaster1.xml" Id="R7c1e6897f75047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f80291a5b04d21" /><Relationship Type="http://schemas.openxmlformats.org/officeDocument/2006/relationships/notesMaster" Target="/ppt/notesMasters/notesMaster1.xml" Id="Rfa8ac3cfa6074b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d4b69f49ea46c8" /><Relationship Type="http://schemas.openxmlformats.org/officeDocument/2006/relationships/notesMaster" Target="/ppt/notesMasters/notesMaster1.xml" Id="R4d924344aa0f45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6366fbb06342e8" /><Relationship Type="http://schemas.openxmlformats.org/officeDocument/2006/relationships/notesMaster" Target="/ppt/notesMasters/notesMaster1.xml" Id="R3cb91593c07d4b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6f778e1cf447ed" /><Relationship Type="http://schemas.openxmlformats.org/officeDocument/2006/relationships/notesMaster" Target="/ppt/notesMasters/notesMaster1.xml" Id="Rab29499b7cda48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3978b0746a4a6d" /><Relationship Type="http://schemas.openxmlformats.org/officeDocument/2006/relationships/notesMaster" Target="/ppt/notesMasters/notesMaster1.xml" Id="R29d0b97a446946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c36a4cff5a47bc" /><Relationship Type="http://schemas.openxmlformats.org/officeDocument/2006/relationships/notesMaster" Target="/ppt/notesMasters/notesMaster1.xml" Id="Rbb439d361aa241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2bd2c35202646f7" /><Relationship Type="http://schemas.openxmlformats.org/officeDocument/2006/relationships/notesMaster" Target="/ppt/notesMasters/notesMaster1.xml" Id="R4bf2b827dbfd47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ff2d3867b734124" /><Relationship Type="http://schemas.openxmlformats.org/officeDocument/2006/relationships/notesMaster" Target="/ppt/notesMasters/notesMaster1.xml" Id="Rd572d03bdadc4fe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ef82b28f57435c" /><Relationship Type="http://schemas.openxmlformats.org/officeDocument/2006/relationships/notesMaster" Target="/ppt/notesMasters/notesMaster1.xml" Id="R9d3ba8d30f0d456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85e99293c0244c9" /><Relationship Type="http://schemas.openxmlformats.org/officeDocument/2006/relationships/notesMaster" Target="/ppt/notesMasters/notesMaster1.xml" Id="Re670191e082f46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dd27e463474862" /><Relationship Type="http://schemas.openxmlformats.org/officeDocument/2006/relationships/notesMaster" Target="/ppt/notesMasters/notesMaster1.xml" Id="Re1064bbff51045d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f18a3cd921e4725" /><Relationship Type="http://schemas.openxmlformats.org/officeDocument/2006/relationships/notesMaster" Target="/ppt/notesMasters/notesMaster1.xml" Id="R08d3d35ea43940e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a316a74242448b1" /><Relationship Type="http://schemas.openxmlformats.org/officeDocument/2006/relationships/notesMaster" Target="/ppt/notesMasters/notesMaster1.xml" Id="R38867f43576e4d4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3721e624c1348bb" /><Relationship Type="http://schemas.openxmlformats.org/officeDocument/2006/relationships/notesMaster" Target="/ppt/notesMasters/notesMaster1.xml" Id="Rc2c944d0fd594ca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8604d28800d4c6b" /><Relationship Type="http://schemas.openxmlformats.org/officeDocument/2006/relationships/notesMaster" Target="/ppt/notesMasters/notesMaster1.xml" Id="R3ced3a0a7784481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aadb3b4e1e0439a" /><Relationship Type="http://schemas.openxmlformats.org/officeDocument/2006/relationships/notesMaster" Target="/ppt/notesMasters/notesMaster1.xml" Id="R71c0a4ee90384fa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e6b17a9ee6149d1" /><Relationship Type="http://schemas.openxmlformats.org/officeDocument/2006/relationships/notesMaster" Target="/ppt/notesMasters/notesMaster1.xml" Id="R6074d3c83e0e465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a764081d4b64206" /><Relationship Type="http://schemas.openxmlformats.org/officeDocument/2006/relationships/notesMaster" Target="/ppt/notesMasters/notesMaster1.xml" Id="R86ff87079140476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5456faadc1b434f" /><Relationship Type="http://schemas.openxmlformats.org/officeDocument/2006/relationships/notesMaster" Target="/ppt/notesMasters/notesMaster1.xml" Id="R34400bb42bc4415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9727253f63e4e6b" /><Relationship Type="http://schemas.openxmlformats.org/officeDocument/2006/relationships/notesMaster" Target="/ppt/notesMasters/notesMaster1.xml" Id="R3f3cfeb4232749f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30fe5c62ad2486d" /><Relationship Type="http://schemas.openxmlformats.org/officeDocument/2006/relationships/notesMaster" Target="/ppt/notesMasters/notesMaster1.xml" Id="Ra025cbcf87134a4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ab4e63bcdca4fac" /><Relationship Type="http://schemas.openxmlformats.org/officeDocument/2006/relationships/notesMaster" Target="/ppt/notesMasters/notesMaster1.xml" Id="R806048580bb94f3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5394835d07f455b" /><Relationship Type="http://schemas.openxmlformats.org/officeDocument/2006/relationships/notesMaster" Target="/ppt/notesMasters/notesMaster1.xml" Id="R3dcaa13adb3942b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2281af12d664e9b" /><Relationship Type="http://schemas.openxmlformats.org/officeDocument/2006/relationships/notesMaster" Target="/ppt/notesMasters/notesMaster1.xml" Id="R0fd291e634c948e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3da8144997644e5" /><Relationship Type="http://schemas.openxmlformats.org/officeDocument/2006/relationships/notesMaster" Target="/ppt/notesMasters/notesMaster1.xml" Id="R9d95019116ae49f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f44fdbbde9c4ec4" /><Relationship Type="http://schemas.openxmlformats.org/officeDocument/2006/relationships/notesMaster" Target="/ppt/notesMasters/notesMaster1.xml" Id="R16c5d1eba428471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4f1912a632c4b54" /><Relationship Type="http://schemas.openxmlformats.org/officeDocument/2006/relationships/notesMaster" Target="/ppt/notesMasters/notesMaster1.xml" Id="R09c6197a66954b6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315bd85efe44333" /><Relationship Type="http://schemas.openxmlformats.org/officeDocument/2006/relationships/notesMaster" Target="/ppt/notesMasters/notesMaster1.xml" Id="Rd1de8d209f36412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e6982a2f9684fee" /><Relationship Type="http://schemas.openxmlformats.org/officeDocument/2006/relationships/notesMaster" Target="/ppt/notesMasters/notesMaster1.xml" Id="Rd37866ac2ec94ac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9b46fe3983e477c" /><Relationship Type="http://schemas.openxmlformats.org/officeDocument/2006/relationships/notesMaster" Target="/ppt/notesMasters/notesMaster1.xml" Id="R600874b3e5454b0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24030b0b91f4ed8" /><Relationship Type="http://schemas.openxmlformats.org/officeDocument/2006/relationships/notesMaster" Target="/ppt/notesMasters/notesMaster1.xml" Id="R3ac794e9e0a74dc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b11f4434993440e" /><Relationship Type="http://schemas.openxmlformats.org/officeDocument/2006/relationships/notesMaster" Target="/ppt/notesMasters/notesMaster1.xml" Id="R29df70100eed466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2583862270746b1" /><Relationship Type="http://schemas.openxmlformats.org/officeDocument/2006/relationships/notesMaster" Target="/ppt/notesMasters/notesMaster1.xml" Id="R9957355e3037491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2268ad07d6e4b8b" /><Relationship Type="http://schemas.openxmlformats.org/officeDocument/2006/relationships/notesMaster" Target="/ppt/notesMasters/notesMaster1.xml" Id="R658883ac8c21446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5576aa85edd48c2" /><Relationship Type="http://schemas.openxmlformats.org/officeDocument/2006/relationships/notesMaster" Target="/ppt/notesMasters/notesMaster1.xml" Id="Rd33fe23f8fb24e4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59a682cb0a94632" /><Relationship Type="http://schemas.openxmlformats.org/officeDocument/2006/relationships/notesMaster" Target="/ppt/notesMasters/notesMaster1.xml" Id="Redfd3da01b194d5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6c192d6d68743ad" /><Relationship Type="http://schemas.openxmlformats.org/officeDocument/2006/relationships/notesMaster" Target="/ppt/notesMasters/notesMaster1.xml" Id="R0f4b70050ae1492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dee615f1eb7406c" /><Relationship Type="http://schemas.openxmlformats.org/officeDocument/2006/relationships/notesMaster" Target="/ppt/notesMasters/notesMaster1.xml" Id="R6029820ceabd408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d950024e0b64bd9" /><Relationship Type="http://schemas.openxmlformats.org/officeDocument/2006/relationships/notesMaster" Target="/ppt/notesMasters/notesMaster1.xml" Id="R639c1e5857d849d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56e76b659004e94" /><Relationship Type="http://schemas.openxmlformats.org/officeDocument/2006/relationships/notesMaster" Target="/ppt/notesMasters/notesMaster1.xml" Id="R022fdaf7eaf941b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a668ceb3974442c" /><Relationship Type="http://schemas.openxmlformats.org/officeDocument/2006/relationships/notesMaster" Target="/ppt/notesMasters/notesMaster1.xml" Id="Rc60afb3996cc48a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b4a59327eda4dab" /><Relationship Type="http://schemas.openxmlformats.org/officeDocument/2006/relationships/notesMaster" Target="/ppt/notesMasters/notesMaster1.xml" Id="R1a3a861aeea2414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9078935c3a44d5b" /><Relationship Type="http://schemas.openxmlformats.org/officeDocument/2006/relationships/notesMaster" Target="/ppt/notesMasters/notesMaster1.xml" Id="R9142f00dd31f492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75930570c964457" /><Relationship Type="http://schemas.openxmlformats.org/officeDocument/2006/relationships/notesMaster" Target="/ppt/notesMasters/notesMaster1.xml" Id="R42c92ae7afd2446a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97b1157fd9f44ed" /><Relationship Type="http://schemas.openxmlformats.org/officeDocument/2006/relationships/notesMaster" Target="/ppt/notesMasters/notesMaster1.xml" Id="R9f0f1968af184a3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cf67845acee40c8" /><Relationship Type="http://schemas.openxmlformats.org/officeDocument/2006/relationships/notesMaster" Target="/ppt/notesMasters/notesMaster1.xml" Id="Ra534e4b00ace45e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560e8a7c9d44c1f" /><Relationship Type="http://schemas.openxmlformats.org/officeDocument/2006/relationships/notesMaster" Target="/ppt/notesMasters/notesMaster1.xml" Id="Red82b0edaa6d49d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0109db64a1834874" /><Relationship Type="http://schemas.openxmlformats.org/officeDocument/2006/relationships/notesMaster" Target="/ppt/notesMasters/notesMaster1.xml" Id="R7347ebcb3c6146bd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dfc113e18c04616" /><Relationship Type="http://schemas.openxmlformats.org/officeDocument/2006/relationships/notesMaster" Target="/ppt/notesMasters/notesMaster1.xml" Id="R7dacafbf8be44664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ecee6a3df584f48" /><Relationship Type="http://schemas.openxmlformats.org/officeDocument/2006/relationships/notesMaster" Target="/ppt/notesMasters/notesMaster1.xml" Id="R1a57156ba89a443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30761dc018284c2e" /><Relationship Type="http://schemas.openxmlformats.org/officeDocument/2006/relationships/notesMaster" Target="/ppt/notesMasters/notesMaster1.xml" Id="R3f7c1aa025da4878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4c065db08f7d4cb8" /><Relationship Type="http://schemas.openxmlformats.org/officeDocument/2006/relationships/notesMaster" Target="/ppt/notesMasters/notesMaster1.xml" Id="Ra7084b2f185b48b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b6f8bb468b764808" /><Relationship Type="http://schemas.openxmlformats.org/officeDocument/2006/relationships/notesMaster" Target="/ppt/notesMasters/notesMaster1.xml" Id="Rffe7544ea4904bfb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c7418797440a49b9" /><Relationship Type="http://schemas.openxmlformats.org/officeDocument/2006/relationships/notesMaster" Target="/ppt/notesMasters/notesMaster1.xml" Id="R03acdcd978a743f5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232c3137e5c409a" /><Relationship Type="http://schemas.openxmlformats.org/officeDocument/2006/relationships/notesMaster" Target="/ppt/notesMasters/notesMaster1.xml" Id="R17c8764c1a6b40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内容依据：AI产品评测与数据反馈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内容依据：第9课课程结构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内容依据：学习目标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内容依据：01 评测准备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内容依据：AI测试与传统软件测试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内容依据：AI评测的三个核心难点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内容依据：AI产品问题的链路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内容依据：上线前评测的作用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内容依据：回答质量的六个维度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内容依据：住宿报销回答怎么评分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内容依据：不同产品的评测标准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内容依据：指标的判断标准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内容依据：指标门槛的三层结构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内容依据：三类指标的区别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内容依据：评测集的五类样本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内容依据：五类样本如何落到住宿场景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内容依据：评测样本的建议比例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内容依据：评测样本的四个来源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内容依据：参考答案与评分点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内容依据：评测集的版本结构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内容依据：评测准备的核心产物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内容依据：02 评分方法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内容依据：评测方法的选择顺序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内容依据：规则评测：检查明确条件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内容依据：规则评测的适用边界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内容依据：语义相似度的局限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内容依据：LLM-as-Judge需要哪些输入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内容依据：Judge Prompt的五个组成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内容依据：Judge输出示例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内容依据：人工评审的三个角色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内容依据：住宿案例的组合评测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内容依据：评分方法的组合原则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内容依据：03 自动化评测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内容依据：自动评测系统的基本结构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内容依据：一次自动化评测的六个步骤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内容依据：自动测试Agent是什么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内容依据：评测报告的五层结构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内容依据：总体通过率与红线风险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内容依据：上线门槛示例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内容依据：自动化评测中的人工校准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内容依据：04 Bad Case与回归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内容依据：Bad Case分析的五步流程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内容依据：Bad Case的六类根因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内容依据：住宿标准错误的完整归因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内容依据：归因记录如何指导修复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内容依据：Bad Case处理优先级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内容依据：回归测试的两个目标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内容依据：回归评测集的四类样本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内容依据：一个AI产品版本由什么组成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内容依据：稳定性评测方法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内容依据：版本对比报告看什么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内容依据：发布与回滚机制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内容依据：持续评测的研发流程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内容依据：05 数据反馈闭环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内容依据：数据反馈闭环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内容依据：AI产品数据的四类来源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内容依据：显性反馈与隐性行为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内容依据：隐性行为如何解释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内容依据：不同产品的反馈设计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内容依据：低分会话的处理流程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内容依据：数据清洗与数据标注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内容依据：标注规范需要正例和反例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内容依据：从问题标注到产品实验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内容依据：标注结果如何变成实验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内容依据：数据飞轮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内容依据：数据隐私与合规的五个原则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内容依据：第9课的完整闭环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ee5f3012643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8695905be6402d" /><Relationship Type="http://schemas.openxmlformats.org/officeDocument/2006/relationships/slideLayout" Target="/ppt/slideLayouts/slideLayout1.xml" Id="Rc3fcc7a93a1644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fcc7a93a1644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a57d6e0084dd3" /><Relationship Type="http://schemas.openxmlformats.org/officeDocument/2006/relationships/notesSlide" Target="/ppt/notesSlides/notesSlide1.xml" Id="R3a9e6af7933f4e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2eb6fb47e411c" /><Relationship Type="http://schemas.openxmlformats.org/officeDocument/2006/relationships/notesSlide" Target="/ppt/notesSlides/notesSlide2.xml" Id="R32bf8d66295e4c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690dfb6764145" /><Relationship Type="http://schemas.openxmlformats.org/officeDocument/2006/relationships/notesSlide" Target="/ppt/notesSlides/notesSlide3.xml" Id="R978e8e97a25843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628faf5ce4de4" /><Relationship Type="http://schemas.openxmlformats.org/officeDocument/2006/relationships/notesSlide" Target="/ppt/notesSlides/notesSlide4.xml" Id="R05af93fbe99340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2513161ca4f1a" /><Relationship Type="http://schemas.openxmlformats.org/officeDocument/2006/relationships/notesSlide" Target="/ppt/notesSlides/notesSlide5.xml" Id="R9e713986dec146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a8e45457e4675" /><Relationship Type="http://schemas.openxmlformats.org/officeDocument/2006/relationships/notesSlide" Target="/ppt/notesSlides/notesSlide6.xml" Id="R05b3aa68956349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d76d840b34914" /><Relationship Type="http://schemas.openxmlformats.org/officeDocument/2006/relationships/notesSlide" Target="/ppt/notesSlides/notesSlide7.xml" Id="R6db17f86bb3f44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4a5585d9942c4" /><Relationship Type="http://schemas.openxmlformats.org/officeDocument/2006/relationships/notesSlide" Target="/ppt/notesSlides/notesSlide8.xml" Id="R3bc623a62d6148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669611c05448d" /><Relationship Type="http://schemas.openxmlformats.org/officeDocument/2006/relationships/notesSlide" Target="/ppt/notesSlides/notesSlide9.xml" Id="R616dd47d47ef45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9b8512e2d40c3" /><Relationship Type="http://schemas.openxmlformats.org/officeDocument/2006/relationships/notesSlide" Target="/ppt/notesSlides/notesSlide10.xml" Id="R02111b26fc384c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c9062081d4b38" /><Relationship Type="http://schemas.openxmlformats.org/officeDocument/2006/relationships/notesSlide" Target="/ppt/notesSlides/notesSlide11.xml" Id="Rda90e0ec813447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c4f860f3146a8" /><Relationship Type="http://schemas.openxmlformats.org/officeDocument/2006/relationships/notesSlide" Target="/ppt/notesSlides/notesSlide12.xml" Id="R2d704d4c14b14c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2295c49eb49f5" /><Relationship Type="http://schemas.openxmlformats.org/officeDocument/2006/relationships/notesSlide" Target="/ppt/notesSlides/notesSlide13.xml" Id="Re782809bf31a4c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703f14d364690" /><Relationship Type="http://schemas.openxmlformats.org/officeDocument/2006/relationships/notesSlide" Target="/ppt/notesSlides/notesSlide14.xml" Id="R50da55641f3f4c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1c5a6cd27485b" /><Relationship Type="http://schemas.openxmlformats.org/officeDocument/2006/relationships/notesSlide" Target="/ppt/notesSlides/notesSlide15.xml" Id="R7ded18081e0d46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d2c1319b34d17" /><Relationship Type="http://schemas.openxmlformats.org/officeDocument/2006/relationships/notesSlide" Target="/ppt/notesSlides/notesSlide16.xml" Id="R4aa82df46a1e40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5342e2ae248f5" /><Relationship Type="http://schemas.openxmlformats.org/officeDocument/2006/relationships/notesSlide" Target="/ppt/notesSlides/notesSlide17.xml" Id="R2ba5baa2dac541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401d53bc9458c" /><Relationship Type="http://schemas.openxmlformats.org/officeDocument/2006/relationships/notesSlide" Target="/ppt/notesSlides/notesSlide18.xml" Id="R7b8196068aca4d3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ef848d8274aad" /><Relationship Type="http://schemas.openxmlformats.org/officeDocument/2006/relationships/notesSlide" Target="/ppt/notesSlides/notesSlide19.xml" Id="Rbd5c858e912842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0b23b3e4b47aa" /><Relationship Type="http://schemas.openxmlformats.org/officeDocument/2006/relationships/notesSlide" Target="/ppt/notesSlides/notesSlide20.xml" Id="R7ff7af6f9e23492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05e19d2264c7a" /><Relationship Type="http://schemas.openxmlformats.org/officeDocument/2006/relationships/notesSlide" Target="/ppt/notesSlides/notesSlide21.xml" Id="R15d29efc02c1452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15abeb8514a87" /><Relationship Type="http://schemas.openxmlformats.org/officeDocument/2006/relationships/notesSlide" Target="/ppt/notesSlides/notesSlide22.xml" Id="R5865dcbfe9f04a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07bebad704217" /><Relationship Type="http://schemas.openxmlformats.org/officeDocument/2006/relationships/notesSlide" Target="/ppt/notesSlides/notesSlide23.xml" Id="R06d2cc72a0244c1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6467611d74b1c" /><Relationship Type="http://schemas.openxmlformats.org/officeDocument/2006/relationships/notesSlide" Target="/ppt/notesSlides/notesSlide24.xml" Id="Rf5621069b13a4f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b0a31af264567" /><Relationship Type="http://schemas.openxmlformats.org/officeDocument/2006/relationships/notesSlide" Target="/ppt/notesSlides/notesSlide25.xml" Id="R294abdad3ab649d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3c3e3a61d405d" /><Relationship Type="http://schemas.openxmlformats.org/officeDocument/2006/relationships/notesSlide" Target="/ppt/notesSlides/notesSlide26.xml" Id="Rffaad82d8250423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08dac82b74677" /><Relationship Type="http://schemas.openxmlformats.org/officeDocument/2006/relationships/notesSlide" Target="/ppt/notesSlides/notesSlide27.xml" Id="R7211adebc93d4c1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019d304f9460c" /><Relationship Type="http://schemas.openxmlformats.org/officeDocument/2006/relationships/notesSlide" Target="/ppt/notesSlides/notesSlide28.xml" Id="Rfd667055d453485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76d4ee3f94f71" /><Relationship Type="http://schemas.openxmlformats.org/officeDocument/2006/relationships/notesSlide" Target="/ppt/notesSlides/notesSlide29.xml" Id="R480f7505b6274fc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624935378480d" /><Relationship Type="http://schemas.openxmlformats.org/officeDocument/2006/relationships/notesSlide" Target="/ppt/notesSlides/notesSlide30.xml" Id="R1486457d3efc497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7c7e904104dc1" /><Relationship Type="http://schemas.openxmlformats.org/officeDocument/2006/relationships/notesSlide" Target="/ppt/notesSlides/notesSlide31.xml" Id="R029b9a47815344b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5e77b8d084645" /><Relationship Type="http://schemas.openxmlformats.org/officeDocument/2006/relationships/notesSlide" Target="/ppt/notesSlides/notesSlide32.xml" Id="R86a5661a702842e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26c9c8841400d" /><Relationship Type="http://schemas.openxmlformats.org/officeDocument/2006/relationships/notesSlide" Target="/ppt/notesSlides/notesSlide33.xml" Id="Rf934f2f57a714af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b987c589a4bf9" /><Relationship Type="http://schemas.openxmlformats.org/officeDocument/2006/relationships/notesSlide" Target="/ppt/notesSlides/notesSlide34.xml" Id="Rbbaa97a79723435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7ffc8c0ab49ae" /><Relationship Type="http://schemas.openxmlformats.org/officeDocument/2006/relationships/notesSlide" Target="/ppt/notesSlides/notesSlide35.xml" Id="R2955f92c1ee1409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e7505b94d424e" /><Relationship Type="http://schemas.openxmlformats.org/officeDocument/2006/relationships/notesSlide" Target="/ppt/notesSlides/notesSlide36.xml" Id="Rb64a62bf461c45e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dd86913744f74" /><Relationship Type="http://schemas.openxmlformats.org/officeDocument/2006/relationships/notesSlide" Target="/ppt/notesSlides/notesSlide37.xml" Id="R4d8c205aec7c476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96df7ef1746c3" /><Relationship Type="http://schemas.openxmlformats.org/officeDocument/2006/relationships/notesSlide" Target="/ppt/notesSlides/notesSlide38.xml" Id="R683c5c2eb7164b3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9d586fb0b4375" /><Relationship Type="http://schemas.openxmlformats.org/officeDocument/2006/relationships/notesSlide" Target="/ppt/notesSlides/notesSlide39.xml" Id="Ra25f085668284b0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2e62241a64867" /><Relationship Type="http://schemas.openxmlformats.org/officeDocument/2006/relationships/notesSlide" Target="/ppt/notesSlides/notesSlide40.xml" Id="Rc3104f9318ff4ba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f76a40ae44324" /><Relationship Type="http://schemas.openxmlformats.org/officeDocument/2006/relationships/notesSlide" Target="/ppt/notesSlides/notesSlide41.xml" Id="Rb788ddd16be24a1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ca4c82136452f" /><Relationship Type="http://schemas.openxmlformats.org/officeDocument/2006/relationships/notesSlide" Target="/ppt/notesSlides/notesSlide42.xml" Id="Rfe6c00b8fea44c3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f08fc0fb346f9" /><Relationship Type="http://schemas.openxmlformats.org/officeDocument/2006/relationships/notesSlide" Target="/ppt/notesSlides/notesSlide43.xml" Id="R57dec63d3b2e4c7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1d9ba75ad4576" /><Relationship Type="http://schemas.openxmlformats.org/officeDocument/2006/relationships/notesSlide" Target="/ppt/notesSlides/notesSlide44.xml" Id="R4c4b76f72fb64ee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01a763ade4742" /><Relationship Type="http://schemas.openxmlformats.org/officeDocument/2006/relationships/notesSlide" Target="/ppt/notesSlides/notesSlide45.xml" Id="R0fb621708ea5494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5fe32cddd4145" /><Relationship Type="http://schemas.openxmlformats.org/officeDocument/2006/relationships/notesSlide" Target="/ppt/notesSlides/notesSlide46.xml" Id="R3a1616be79b1474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d552167a140da" /><Relationship Type="http://schemas.openxmlformats.org/officeDocument/2006/relationships/notesSlide" Target="/ppt/notesSlides/notesSlide47.xml" Id="R1b7ba92fc2db42a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57a09c4b14c30" /><Relationship Type="http://schemas.openxmlformats.org/officeDocument/2006/relationships/notesSlide" Target="/ppt/notesSlides/notesSlide48.xml" Id="Re856e94688644b7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235bb8df74e12" /><Relationship Type="http://schemas.openxmlformats.org/officeDocument/2006/relationships/notesSlide" Target="/ppt/notesSlides/notesSlide49.xml" Id="R4d61333fb514487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7091b9cf042cc" /><Relationship Type="http://schemas.openxmlformats.org/officeDocument/2006/relationships/notesSlide" Target="/ppt/notesSlides/notesSlide50.xml" Id="Re1cf29b98ba94fb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223a420594e74" /><Relationship Type="http://schemas.openxmlformats.org/officeDocument/2006/relationships/notesSlide" Target="/ppt/notesSlides/notesSlide51.xml" Id="R41103affae63493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095b31ec948a1" /><Relationship Type="http://schemas.openxmlformats.org/officeDocument/2006/relationships/notesSlide" Target="/ppt/notesSlides/notesSlide52.xml" Id="R41f7a685988443e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92b9b279e4c96" /><Relationship Type="http://schemas.openxmlformats.org/officeDocument/2006/relationships/notesSlide" Target="/ppt/notesSlides/notesSlide53.xml" Id="R0ca02edd4831445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c39a2fc71493f" /><Relationship Type="http://schemas.openxmlformats.org/officeDocument/2006/relationships/notesSlide" Target="/ppt/notesSlides/notesSlide54.xml" Id="R79f56080838a442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d5bbb67dc4e35" /><Relationship Type="http://schemas.openxmlformats.org/officeDocument/2006/relationships/notesSlide" Target="/ppt/notesSlides/notesSlide55.xml" Id="R1faf2511f4be419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933f506574916" /><Relationship Type="http://schemas.openxmlformats.org/officeDocument/2006/relationships/notesSlide" Target="/ppt/notesSlides/notesSlide56.xml" Id="R8d627059fdcc4632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5e7621b404f50" /><Relationship Type="http://schemas.openxmlformats.org/officeDocument/2006/relationships/notesSlide" Target="/ppt/notesSlides/notesSlide57.xml" Id="Rc127b692483041c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6342abe9248ee" /><Relationship Type="http://schemas.openxmlformats.org/officeDocument/2006/relationships/notesSlide" Target="/ppt/notesSlides/notesSlide58.xml" Id="R14f055d1e851445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090387dbd4c8b" /><Relationship Type="http://schemas.openxmlformats.org/officeDocument/2006/relationships/notesSlide" Target="/ppt/notesSlides/notesSlide59.xml" Id="R2ada14f8c1494fb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9846931f94eb7" /><Relationship Type="http://schemas.openxmlformats.org/officeDocument/2006/relationships/notesSlide" Target="/ppt/notesSlides/notesSlide60.xml" Id="R99d94691fa324252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14644f1c6429e" /><Relationship Type="http://schemas.openxmlformats.org/officeDocument/2006/relationships/notesSlide" Target="/ppt/notesSlides/notesSlide61.xml" Id="R9e316c6ab4d449ab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629281e304864" /><Relationship Type="http://schemas.openxmlformats.org/officeDocument/2006/relationships/notesSlide" Target="/ppt/notesSlides/notesSlide62.xml" Id="Rd335257ab61044cd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a453641ad4e06" /><Relationship Type="http://schemas.openxmlformats.org/officeDocument/2006/relationships/notesSlide" Target="/ppt/notesSlides/notesSlide63.xml" Id="Rc69a9b6b4a4c479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9748ba2b94889" /><Relationship Type="http://schemas.openxmlformats.org/officeDocument/2006/relationships/notesSlide" Target="/ppt/notesSlides/notesSlide64.xml" Id="R4f99e8ebf5484c43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58f47a55a4609" /><Relationship Type="http://schemas.openxmlformats.org/officeDocument/2006/relationships/notesSlide" Target="/ppt/notesSlides/notesSlide65.xml" Id="R2a1ffafc834c45df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f869e12384ff7" /><Relationship Type="http://schemas.openxmlformats.org/officeDocument/2006/relationships/notesSlide" Target="/ppt/notesSlides/notesSlide66.xml" Id="Ra4afd1d580fa4b0e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b8f3b40cc437b" /><Relationship Type="http://schemas.openxmlformats.org/officeDocument/2006/relationships/notesSlide" Target="/ppt/notesSlides/notesSlide67.xml" Id="R81982cc75f3043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D1211-790A-4E3E-9B90-DD1DDA67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8A1B4-9AB6-414F-9976-E292D7EE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AI PRODUCT 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05B28-8A23-4C14-A68D-3A0A6D28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2E9"/>
                </a:solidFill>
              </a:defRPr>
            </a:pPr>
            <a:r>
              <a:rPr sz="4350" b="1">
                <a:solidFill>
                  <a:srgbClr val="F5F2E9"/>
                </a:solidFill>
              </a:rPr>
              <a:t>AI产品评测与数据反馈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A6825-590F-4436-ACAD-4542BFE7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7B5BC"/>
                </a:solidFill>
              </a:defRPr>
            </a:pPr>
            <a:r>
              <a:rPr sz="1875" b="0">
                <a:solidFill>
                  <a:srgbClr val="A7B5BC"/>
                </a:solidFill>
              </a:rPr>
              <a:t>第09课｜核心结构版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6E9C7-CF52-49EF-A312-A8B1F8AA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AF929-AD6C-4AB6-B4B7-8A7299DE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5BC"/>
                </a:solidFill>
              </a:defRPr>
            </a:pPr>
            <a:r>
              <a:rPr sz="1200" b="1">
                <a:solidFill>
                  <a:srgbClr val="A7B5BC"/>
                </a:solidFill>
              </a:rPr>
              <a:t>EVAL · BAD CASE · REGRESSION · DATA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4FB5D-38DC-4815-AFBC-1BC3E06E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5295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5850" b="1">
                <a:solidFill>
                  <a:srgbClr val="294550"/>
                </a:solidFill>
              </a:defRPr>
            </a:pPr>
            <a:r>
              <a:rPr sz="5850" b="1">
                <a:solidFill>
                  <a:srgbClr val="29455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37484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F65B0-FB72-44E3-812A-6F6D518A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7A494-521B-4582-8465-68888459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6B36B-134E-412B-BB93-15067934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208AF-F836-494F-A1BF-3A53DEE0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2413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67938-2289-421B-B45D-D778D0D4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第9课课程结构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5C8C9-0A00-4A64-831F-B8ECAC17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49463-F495-4201-9DA3-B91D448B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0" y="33337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255B6-0263-43B8-B3D2-8248D6F5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33337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9A78C-EEEE-419E-8B07-06B971E8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33337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71544-584B-4034-8C25-F64E131C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3337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483BF-254D-4907-AD34-0A38E65B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D1BBB-415A-4406-AB37-B115A2A2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F2039-928A-4558-9D11-F37C61A4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004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定义什么叫好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1ADB5-0A9B-42DA-948F-E3C297D5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7813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33DA7-36A8-492D-904F-BFFD1C7D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895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CB2B5-16B8-4352-A072-E2AABBA6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32004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构造评测集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71F71-FBC6-4BCC-BAC6-35A2FE2B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7813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DF53F-6D6A-4F6C-A704-B6BAE461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895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2A3E6-695E-4FAE-99CF-5EF63C3A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465" y="32004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组合评分方法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1CE84-009B-4D5D-94A4-3FE51A3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7813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05AB9-303D-466D-BFF4-E1E51C33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895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D7DE8-2784-4990-B056-B4BCFB5C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785" y="32004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定位并验证问题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D496A3-3B91-488A-BFD4-6940918C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7813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DA4DA-C052-4663-9F6A-67645490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895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D09F0F-3924-47FD-BB4A-93C1594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105" y="32004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让反馈回到产品</a:t>
            </a:r>
          </a:p>
        </p:txBody>
      </p:sp>
    </p:spTree>
    <p:extLst>
      <p:ext uri="{BB962C8B-B14F-4D97-AF65-F5344CB8AC3E}">
        <p14:creationId xmlns:p14="http://schemas.microsoft.com/office/powerpoint/2010/main" val="201980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188D7-64E1-4E1B-A0A5-37F957C8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D06F5-6724-470B-B23D-FCA9BF48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6793B-B008-452B-B500-BDBD4BCA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A5CDE-1D64-499B-A780-89D1C0CB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8620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45A46-BFDA-4849-9FAD-FF5BF68A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学习目标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5573E-E13B-45EE-B570-E5247C5C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25867-DD10-4380-BAA0-999ADADF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C6EC3-8B32-4990-AFD8-C0705648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会定义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60E86-D98A-45DF-B226-9B99F9BF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302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把抽象的“好”变成可判断的指标和门槛。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AE0B6-CF1E-4907-97F4-A4968F51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BD04E-FF28-46BB-9BC9-7A227794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会评测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EFC29-B8E0-4882-B0B9-532D709B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81275"/>
            <a:ext cx="302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针对不同内容选择规则、相似度、Judge与人工。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34339-B312-44A3-A583-C9E3B627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CC123-4F31-48CA-AC32-6BD13A63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会迭代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1C190-0CB4-434A-91FB-40460377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81275"/>
            <a:ext cx="302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把Bad Case、回归和反馈连接成持续改进。</a:t>
            </a:r>
          </a:p>
        </p:txBody>
      </p:sp>
    </p:spTree>
    <p:extLst>
      <p:ext uri="{BB962C8B-B14F-4D97-AF65-F5344CB8AC3E}">
        <p14:creationId xmlns:p14="http://schemas.microsoft.com/office/powerpoint/2010/main" val="155466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45A48-AF32-4C4A-8A05-858FAF81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64B62-DC86-4DD4-986D-561CD17C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30A0B-528D-4031-9F52-A010BC9F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0477E-7F5D-4317-AA1D-2F72ED3C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4826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DFAAA-55C8-4547-9C3B-4489542B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5F2E9"/>
                </a:solidFill>
              </a:defRPr>
            </a:pPr>
            <a:r>
              <a:rPr sz="4200" b="1">
                <a:solidFill>
                  <a:srgbClr val="F5F2E9"/>
                </a:solidFill>
              </a:rPr>
              <a:t>01 评测准备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63812-6F9B-41A3-B273-B712B959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3A895-0C29-461C-8529-1538714A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7B5BC"/>
                </a:solidFill>
              </a:defRPr>
            </a:pPr>
            <a:r>
              <a:rPr sz="2025" b="0">
                <a:solidFill>
                  <a:srgbClr val="A7B5BC"/>
                </a:solidFill>
              </a:rPr>
              <a:t>为什么评、评什么、用什么题评</a:t>
            </a:r>
          </a:p>
        </p:txBody>
      </p:sp>
    </p:spTree>
    <p:extLst>
      <p:ext uri="{BB962C8B-B14F-4D97-AF65-F5344CB8AC3E}">
        <p14:creationId xmlns:p14="http://schemas.microsoft.com/office/powerpoint/2010/main" val="1680150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573C0-0267-4049-8F9C-22AB843E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5ED32-AC56-46A8-ACEF-155511F8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2D01F-DFE5-43C1-93F4-33B517D4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BA5BF-7BFD-4A90-8111-E57CBE48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1033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94B37-1288-41A8-90F9-50159E34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AI测试与传统软件测试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70115-75D5-48F8-9082-D634E06A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648FF-3D63-43AF-9A01-E5FB669C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72C68-AD0D-4287-B82D-730C8D51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657"/>
                </a:solidFill>
              </a:defRPr>
            </a:pPr>
            <a:r>
              <a:rPr sz="1950" b="1">
                <a:solidFill>
                  <a:srgbClr val="FF7657"/>
                </a:solidFill>
              </a:rPr>
              <a:t>传统软件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13756-0E6C-4F9A-9E2E-7A4C96CE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95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D17A3-597C-4A2F-ABBD-7DCCA5AE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860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输入相对确定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CAD14-30E0-4F03-B96E-4E308EED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4865C-63B5-4985-B161-88ADD6A8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输出可以精确断言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4ABCB-665A-4666-9075-C507426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86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A688B-42F8-4B58-B546-58E84526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Bug通常定位到代码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9D60A-FC25-415C-B3C6-71435A46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27154-A6BB-43CC-BF1D-995A57FE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47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6C2"/>
                </a:solidFill>
              </a:defRPr>
            </a:pPr>
            <a:r>
              <a:rPr sz="1950" b="1">
                <a:solidFill>
                  <a:srgbClr val="36D6C2"/>
                </a:solidFill>
              </a:rPr>
              <a:t>AI产品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7E716-54FB-4F2F-93D7-33994563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95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5C644-DDCF-4746-B047-64421F53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同一意图有多种表达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58C40-4851-4DC8-BA63-19963B23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0EDCA-3C6C-4B89-AEE3-E997DD86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同一问题可能多次输出不同答案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3524D5-2456-44F2-90B4-92AAA070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886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A76BE-1329-4747-9A08-17586D08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76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错误可能来自数据、知识、流程或边界</a:t>
            </a:r>
          </a:p>
        </p:txBody>
      </p:sp>
    </p:spTree>
    <p:extLst>
      <p:ext uri="{BB962C8B-B14F-4D97-AF65-F5344CB8AC3E}">
        <p14:creationId xmlns:p14="http://schemas.microsoft.com/office/powerpoint/2010/main" val="1071705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6FF53-FDAD-4D91-B31A-FA17D8ED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DF767-8CB8-4203-BBCA-37B8EA91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D532E-6353-4D27-B90E-A9AF470A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546A7-5C3A-460D-8BBC-1DADEBF1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724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0A7A3-D1AD-4CFB-BC7C-607D4EEF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AI评测的三个核心难点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08BD0-6B45-49E3-BEA3-1C08E124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AC65E-037E-47E9-AA5E-CCC5BE01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6813F-F106-458B-9122-A1AB0EF9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输入不确定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1E67A-0360-4F34-A019-C8E2A504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302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用户表达、上下文与身份持续变化。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AC002-8693-4461-854E-4DC9652A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311DC-63B5-4570-AF35-FE1830C1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输出不确定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08F57-0693-4C81-8FFE-DE44EBC3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81275"/>
            <a:ext cx="302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答案不是固定字符串，正确表达可能很多。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49BCA-7B8F-4308-84D2-28CB6751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0E41C-0DA6-4785-B21E-B439250E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原因不确定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640F6-CB78-467C-8460-6D2AF9AA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81275"/>
            <a:ext cx="302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“答错”只是现象，根因可能在整条链路。</a:t>
            </a:r>
          </a:p>
        </p:txBody>
      </p:sp>
    </p:spTree>
    <p:extLst>
      <p:ext uri="{BB962C8B-B14F-4D97-AF65-F5344CB8AC3E}">
        <p14:creationId xmlns:p14="http://schemas.microsoft.com/office/powerpoint/2010/main" val="1179989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446D05-9A59-42C1-806D-B49F4152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87674-64E2-4766-9124-8892DBEE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AAB04-5170-4133-99EE-A2458B9E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35E36-97C6-4196-9EFF-558BD932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13447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8D9C5-824C-4165-8EEB-B87AB8F8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AI产品问题的链路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F5F0D-BA48-4546-B7E7-F62FBD7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A8F64-0492-4E8C-8164-B369A810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013E5-8B1B-4D67-B492-3A1DC0A2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B4C2C-66A8-4DE7-9838-3792AF29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E8587-AC5B-40E8-9C19-293754F0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09FA4-31EC-4CE0-A4A4-4D44B58A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5BCC5-37EE-4AB5-AF31-305F4554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1691F-B3D3-47B0-B691-B3001DC0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46339-0AE2-4039-9DAC-F84FF1E4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用户输入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DE8D5-05BA-4595-9D57-CA8812F5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0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171F3-A284-483B-88E8-F562EC80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9FF32-EFB2-4199-BB5E-36CACED9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意图理解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E3F18-59C6-43F8-AE01-D0114161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4B2A8-A977-49A9-A931-34226456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F0938-D6D9-4DB4-8D73-39CEEFCA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0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知识检索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33807-DA08-424F-B4D4-BB05A1D6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A198E7-A734-4215-83D8-13DD1D34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52A8A-90FB-4298-AE41-22EA5F48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流程/工具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1C7AF-531C-4242-BF06-587A4A36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0D656E-25BE-4FF0-AC8B-8AA574A3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57551-324B-4F11-B18D-D7CC7C6F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模型生成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C66328-CEE2-4F96-BA0E-F974B0A8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E9732C-16AB-4C2B-AFAF-E5B57866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548221-913A-4F3D-8D21-2FE7C515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3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输出校验</a:t>
            </a:r>
          </a:p>
        </p:txBody>
      </p:sp>
    </p:spTree>
    <p:extLst>
      <p:ext uri="{BB962C8B-B14F-4D97-AF65-F5344CB8AC3E}">
        <p14:creationId xmlns:p14="http://schemas.microsoft.com/office/powerpoint/2010/main" val="5946001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6DCA7-F684-4DE7-A949-2DA5FED6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D35A5-04BD-453D-84AC-A5E4269A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A26D5-D808-4C2F-AF1E-CA5D698A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AA98F-4EF1-4EC9-A11C-7BD8297D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29653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E1891-7F41-4A2E-8CCF-C0EAF861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上线前评测的作用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709CC-4D4C-4EAA-BF8A-95FF7B0A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2FB1B-9D51-4158-9208-A7BF5F87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657"/>
                </a:solidFill>
              </a:defRPr>
            </a:pPr>
            <a:r>
              <a:rPr sz="1650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F046B-9D06-4704-AC00-5BC1E72E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62150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上线后的用户反馈只会暴露已经造成影响的问题。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CA185-5329-4DE6-A43C-4DEA53B6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657"/>
                </a:solidFill>
              </a:defRPr>
            </a:pPr>
            <a:r>
              <a:rPr sz="1650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8B4EE-392E-4AFF-8E65-30081786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76500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高风险错误可能低频，但一次就足以阻止发布。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B3108-E391-4E96-86F6-226048D7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657"/>
                </a:solidFill>
              </a:defRPr>
            </a:pPr>
            <a:r>
              <a:rPr sz="1650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A48C2-A36E-4A59-847E-3FF672A5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90850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评测的目的，是在真实用户遇到问题之前主动发现它。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DA64E-117E-4C7F-B3B9-831FD63E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A3756-ACD1-4D60-8BA9-2FDB395E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808D3-FB48-429B-9D01-507492F4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先定义风险，再决定能不能上线。</a:t>
            </a:r>
          </a:p>
        </p:txBody>
      </p:sp>
    </p:spTree>
    <p:extLst>
      <p:ext uri="{BB962C8B-B14F-4D97-AF65-F5344CB8AC3E}">
        <p14:creationId xmlns:p14="http://schemas.microsoft.com/office/powerpoint/2010/main" val="15460680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A09163-981D-46C0-BC5E-C2FD6220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2BC62-F795-4B10-9A81-83AC59DF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CB76F-0E80-4A36-93E6-CB21EACE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E6B5C-9C93-416B-8C40-0557A441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45860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B9105-C87D-4D8F-AF46-970748A6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回答质量的六个维度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DBF9A-1B83-4B55-A8BE-C08A0634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CDEE5-5826-45AE-804B-E15C1688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74FA6-DE4D-4076-A663-C4594461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正确性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6248F-6127-4DC2-B215-E5179C69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核心事实是否正确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46CCB-9613-4C10-8F60-88A0A402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0138B-0CE2-4D43-A6EF-3ADEACDD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相关性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BEEEF-DD20-49EE-868D-0C11B1BC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是否回答用户问题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02418-B077-4F86-813D-F275AE64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1CB63-27A8-467B-BD15-F6F442A4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完整性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89F7B-E049-4D15-BE8B-9881818B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关键条件是否覆盖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6E5CD-FC23-43CF-8EF8-9C4ABB48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E1267-5309-42F5-A153-723586E2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忠实性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8EFA9-7036-42B2-94AD-92CBDC15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是否有资料依据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689E9-B5C9-45A5-8687-712E23A1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BA6A1-A47A-47B7-8313-B2149178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8100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安全合规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2F63B-69AA-4437-993D-B9F64404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20052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是否触碰红线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7C487-CFC0-45FD-9D1E-8B2BFFA3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1950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57A94-74AD-4A53-803B-1CAE0DB1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100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表达质量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1EAF0F-3711-4370-84C4-C96A2346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0052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是否清晰、可读、适配场景</a:t>
            </a:r>
          </a:p>
        </p:txBody>
      </p:sp>
    </p:spTree>
    <p:extLst>
      <p:ext uri="{BB962C8B-B14F-4D97-AF65-F5344CB8AC3E}">
        <p14:creationId xmlns:p14="http://schemas.microsoft.com/office/powerpoint/2010/main" val="1775388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523CA-1FA4-458D-A3B5-89951B05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7B2E1-FEBE-4BA9-A788-2CE1C285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C8ECF-4CF8-4BCB-90E5-C85A1776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47ADC-979B-401E-B3B3-D20C770F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6206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CDD43-1CE0-4617-9A25-367C2322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住宿报销回答怎么评分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BE835-DF2E-49B8-BF38-47C5490E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D8629-F983-4DA2-BD79-5E337049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954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7B5BC"/>
                </a:solidFill>
              </a:defRPr>
            </a:pPr>
            <a:r>
              <a:rPr sz="1275" b="0">
                <a:solidFill>
                  <a:srgbClr val="A7B5BC"/>
                </a:solidFill>
              </a:rPr>
              <a:t>案例拆解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A71B9-474E-4FFA-BA36-40B94601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D6C2"/>
                </a:solidFill>
              </a:defRPr>
            </a:pPr>
            <a:r>
              <a:rPr sz="1350" b="1">
                <a:solidFill>
                  <a:srgbClr val="36D6C2"/>
                </a:solidFill>
              </a:rPr>
              <a:t>用户问题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5A926-8FC1-4428-8AC0-B92A891E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A4908-FD5E-4955-9EDE-046D176A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69642-A4EE-4D34-B423-8935769A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526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普通员工去北京出差，住宿上限是多少？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E20CD-D4F3-48DF-BA85-9D1463BA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657"/>
                </a:solidFill>
              </a:defRPr>
            </a:pPr>
            <a:r>
              <a:rPr sz="1350" b="1">
                <a:solidFill>
                  <a:srgbClr val="FF7657"/>
                </a:solidFill>
              </a:rPr>
              <a:t>AI回答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E18A4-6BE7-41E1-9682-497405E5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32F80-EEF1-4F65-A587-861F84F4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85939-E422-4685-B35E-6126EF59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480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北京住宿费最高为500元/晚。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E6CE4-8FFD-4FC8-B0FA-B8F3E119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528888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88074-0A4C-4B1C-92AA-D8EB6EE6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正确性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26C14-D213-47F0-8AD4-15BDA38A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21097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金额正确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2315E-649B-4929-858C-D9D458D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14850"/>
            <a:ext cx="2528888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5993A-A21D-4FCB-A7E8-E7F7B0E1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7053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完整性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BA393-FBFA-41DA-B459-41D3FC9A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5095875"/>
            <a:ext cx="21097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需说明适用职级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BF10B-720D-4FAD-B04C-4F105408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14850"/>
            <a:ext cx="2528888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7E74D-35D8-45C2-A41D-D6AD75C1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7053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忠实性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4A7CD-FC28-4D0B-9FE6-42DC5B35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95875"/>
            <a:ext cx="21097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需引用现行制度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25285-C83A-4C17-A93D-08D4CCC1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4514850"/>
            <a:ext cx="2528888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F530A-9BC8-4FD7-858D-45B71F23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47053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安全性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66A202-5F45-4567-ACC1-B22E9158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5095875"/>
            <a:ext cx="21097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无风险</a:t>
            </a:r>
          </a:p>
        </p:txBody>
      </p:sp>
    </p:spTree>
    <p:extLst>
      <p:ext uri="{BB962C8B-B14F-4D97-AF65-F5344CB8AC3E}">
        <p14:creationId xmlns:p14="http://schemas.microsoft.com/office/powerpoint/2010/main" val="17485101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ABD4BD-8ABE-4C8E-B406-D264D232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C0CEB-B166-4667-9F9D-C596D357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82BCC-BE55-4EE2-8C43-7B10E44F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95201-69FE-4625-B440-A9EAAB9B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78273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63CED-1E4B-4B6D-B123-02BB02EB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不同产品的评测标准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45ED2-768B-4DEC-9286-A5150F4E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EC751-74B9-4AE3-BB4B-A400D360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AEA73-FA39-4A88-AB53-EFCC4ED3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734D1-347E-41FF-89AA-314E841F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D7E1D-6BB7-4D73-B9F3-77B23B72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859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最重要的质量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18423-0118-45A5-A7A1-743F56D1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F6049-D711-4636-BAA6-C8CFE2A5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859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典型红线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6F49B-1A30-40F0-B10C-1D926064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8F269-E6B7-4256-AB33-BF85702A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知识助手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F39C3-A41D-4226-B9D0-4446FA03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669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4E1C9-2EAD-4C28-93B0-7AB281CB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0032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正确、忠实、可追溯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E8F82-0DD9-4EFF-B3F4-661501F7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669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62EB2-5723-4161-8F16-96ACC254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0032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编造制度或泄露权限外信息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31CEF-9FB2-4256-972B-D2FECDAE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471B5-69A2-448C-8756-F57FBF60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写作工具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74EB4-62FD-41C7-B353-5B971F7D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194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BBA11-6310-4281-AEBD-56BE0559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527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可用性、风格、修改成本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12A68-9FF2-460D-A93B-D6AA31AF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194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A204F-386F-4143-9401-A328F18D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527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抄袭或不当内容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5F46BA-F5C0-4D1D-88F6-BBC70073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1D954-9002-455B-BD3A-07EC9C61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AI客服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3D8C46-997E-481B-85E3-1B9268D8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66511B-DD19-4F24-A9F5-D562E0C4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0522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任务解决、流程正确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7C5722-0213-4854-9212-7AE95546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718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9EBAB-4E63-4520-9666-2E21EC94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0522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错误承诺或违规退款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51AA7C-D99C-4077-B799-ECA807DA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792E77-3417-4564-BED1-B4104027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编程助手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DDAF81-B2D7-4546-9466-1B9F5BB8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243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1B65E1-6175-4FA0-A6C4-2F3424E1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576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代码正确、可执行、安全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723F08-223E-40AB-B340-595916B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243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6B00BE-43A6-4B46-B898-05374B60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576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高危漏洞或破坏数据</a:t>
            </a:r>
          </a:p>
        </p:txBody>
      </p:sp>
    </p:spTree>
    <p:extLst>
      <p:ext uri="{BB962C8B-B14F-4D97-AF65-F5344CB8AC3E}">
        <p14:creationId xmlns:p14="http://schemas.microsoft.com/office/powerpoint/2010/main" val="20528726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FA734-DE1E-49D2-90C1-CB027713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691EF-ABC0-4A79-B671-978FACD1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61BF3-A730-45B1-B765-29C9E031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55A2D-399B-44C3-A639-8F610088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94480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4BEB6-6CD7-462D-BCD3-D8E1E908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指标的判断标准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56B0A-1448-40D6-B928-3FCE65CF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9C4D8-AEE8-4452-8F86-DF83E287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8BF82-3562-45DE-AA57-0768E3C8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定义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7648F-FA5F-4674-AA0C-840499DD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302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这个指标究竟判断什么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9BCC2-589A-4C68-ABAC-F5DDB4D5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F955B-76D8-42EE-B3DA-DCC5517F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评分锚点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61B78-0CAA-464B-BD9C-AB76F591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81275"/>
            <a:ext cx="302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0分、1分、2分分别长什么样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F932D-8227-429D-8EAF-350C0C9C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5BED1-9DA3-4360-A504-D074DE0D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EB57A-E7AA-4CFC-8553-8E8FDBC4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81275"/>
            <a:ext cx="302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判断必须引用回答中的具体内容</a:t>
            </a:r>
          </a:p>
        </p:txBody>
      </p:sp>
    </p:spTree>
    <p:extLst>
      <p:ext uri="{BB962C8B-B14F-4D97-AF65-F5344CB8AC3E}">
        <p14:creationId xmlns:p14="http://schemas.microsoft.com/office/powerpoint/2010/main" val="19313064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E325F-8C23-4396-9C4D-563C0707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E694C-40F9-41E7-B2CB-1BB7F6C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FEBEB-E89C-416A-A09E-773CB318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048C5-F472-4A5E-9508-EE3EB7B6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1068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D17CE-1FD7-4E8A-8126-389C2E68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指标门槛的三层结构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E9F5C-F377-4FCA-8BE5-C8050839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F53D3-58EF-4F92-AAE1-D4A424C3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31191B"/>
          </a:solidFill>
          <a:ln xmlns:a="http://schemas.openxmlformats.org/drawingml/2006/main" w="9525">
            <a:solidFill>
              <a:srgbClr val="FF8A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C03FD-549D-4A50-8097-65B2405B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71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8A7A"/>
                </a:solidFill>
              </a:defRPr>
            </a:pPr>
            <a:r>
              <a:rPr sz="1725" b="1">
                <a:solidFill>
                  <a:srgbClr val="FF8A7A"/>
                </a:solidFill>
              </a:rPr>
              <a:t>一票否决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7DD9B-2773-493A-BA90-DADECC61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812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2E9"/>
                </a:solidFill>
              </a:defRPr>
            </a:pPr>
            <a:r>
              <a:rPr sz="1500" b="0">
                <a:solidFill>
                  <a:srgbClr val="F5F2E9"/>
                </a:solidFill>
              </a:rPr>
              <a:t>隐私、合规、危险建议、错误资金承诺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39FE3-9E8D-4D10-8192-2CA5BD55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8382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4DBC0-AF0A-476A-A18C-79DC5B62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14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上线门槛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75098-3297-46E4-A889-8C5F0E4B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242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2E9"/>
                </a:solidFill>
              </a:defRPr>
            </a:pPr>
            <a:r>
              <a:rPr sz="1500" b="0">
                <a:solidFill>
                  <a:srgbClr val="F5F2E9"/>
                </a:solidFill>
              </a:rPr>
              <a:t>核心任务正确率、总体通过率、响应时间、成本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5E336-D564-4996-9625-0C27082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7429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82CC3-20C2-4799-B81E-2FD14F45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5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优化指标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6351F-4F4F-4A7B-B4E9-2B49572E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672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2E9"/>
                </a:solidFill>
              </a:defRPr>
            </a:pPr>
            <a:r>
              <a:rPr sz="1500" b="0">
                <a:solidFill>
                  <a:srgbClr val="F5F2E9"/>
                </a:solidFill>
              </a:rPr>
              <a:t>表达风格、篇幅、细节丰富度</a:t>
            </a:r>
          </a:p>
        </p:txBody>
      </p:sp>
    </p:spTree>
    <p:extLst>
      <p:ext uri="{BB962C8B-B14F-4D97-AF65-F5344CB8AC3E}">
        <p14:creationId xmlns:p14="http://schemas.microsoft.com/office/powerpoint/2010/main" val="10580286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0680E-1D82-4A02-9E8B-C037FEBD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9F3AA-0E2A-4F73-8F92-1AD12D59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8048A-CC73-4ED6-A8BF-13878C05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494B3-FED9-4A1D-8CD0-61F3C726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2689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52BED-67DC-4CFA-A4D8-69F5E65E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三类指标的区别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EA8F8-05CA-4AAF-8BCE-5FB77101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F1333-AB59-4309-917C-5D243E84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4EEE1-9FA0-4424-B5EC-B9FDD6A3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BDBC0-C756-489A-A970-D480C8E8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3FD9B-B5A5-4B0C-9EED-69232B17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91D50-2982-4988-938F-551E01A3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315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业务结果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任务是否完成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D7793-60E4-4721-9FB5-7C359854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5750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83860-F9B4-4248-A6F6-07732078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3DE06-9EAE-4AE4-9587-C323784B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025" y="3276600"/>
            <a:ext cx="315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AI效果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回答是否优质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11FE9-8C50-44D6-915C-B39CFBF4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01DE8-5248-42C3-93E8-F83389E4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CFF24-DE34-488B-BE08-5816E35A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276600"/>
            <a:ext cx="315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系统表现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速度与成本</a:t>
            </a:r>
          </a:p>
        </p:txBody>
      </p:sp>
    </p:spTree>
    <p:extLst>
      <p:ext uri="{BB962C8B-B14F-4D97-AF65-F5344CB8AC3E}">
        <p14:creationId xmlns:p14="http://schemas.microsoft.com/office/powerpoint/2010/main" val="5334071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9E96C-2557-4D93-A693-35878D3C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1A759-5424-4E1D-8C3A-C871B63F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526DE-A486-4C34-8BEF-91F72C3B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2A2BC-EA60-419D-A498-9698E227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43100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DDF3B-7C6E-4AEA-B83C-84F97C19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评测集的五类样本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4E72E-2AC4-4825-B064-C9AD6292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2494A-EABF-4592-B7B3-1579AC7D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AD6D7-9D5C-48EB-93E1-5C1EF2D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典型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4C26C-3770-4790-95E1-275415E2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高频正常问题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BADC4-11E0-411F-942C-21FF14CE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FCDBD-B9B2-44FB-9370-C05F5FC7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717F2-63B0-4C24-B1AD-07E56F3C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接近规则边缘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6EB0D-1F59-4A81-972E-91F19F09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EF2E1-FDEE-47E7-8927-0A707B5B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异常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BDEDB-C527-44D7-9171-31F4A087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错别字、缺字段、冲突信息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63A51-E396-487D-9E1B-554E6DED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E54A7-5839-4308-81C9-102255D4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无答案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CCE37-CE18-44E2-926C-D2748A86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资料不存在或不应回答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9D349-496A-4A21-92CC-679CB9EB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72618-8C0B-46F9-AF39-5615C52D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8100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高风险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7EDD6-5BAC-4424-8D79-720FF236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20052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隐私、资金、合规与权限</a:t>
            </a:r>
          </a:p>
        </p:txBody>
      </p:sp>
    </p:spTree>
    <p:extLst>
      <p:ext uri="{BB962C8B-B14F-4D97-AF65-F5344CB8AC3E}">
        <p14:creationId xmlns:p14="http://schemas.microsoft.com/office/powerpoint/2010/main" val="19458364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225587-E212-4C56-95EF-4E23E365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FABDC-37A0-4A71-A7D1-3271B9BF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5562C-CBD6-42B4-89F5-6DEF2B68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DB15B-8518-4BC6-8202-C9DFB26B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593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6315E-81CC-4716-994F-8FFE13C1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五类样本如何落到住宿场景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5BE6E-CED6-4F01-AF21-39310D2D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13D47-8FC8-4156-AF2C-972D9E83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12329-7017-4670-9A9D-6ECF1A48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类型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C14F6-86C5-40FA-8A67-67152E6A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AFEFD-C74A-48A2-868C-02598832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859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示例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DE3E9-403F-40E6-BBBE-55D86E4E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5C0A7-1C09-43B2-AF5C-4D0D0992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859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要验证什么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267CA-B871-4824-B1A8-7018DAB4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59EF3-2181-4A13-9F31-487FDB96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典型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95AEB-A25B-4EEA-9CA6-59AF3C56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6697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231BF-4EF2-41FF-865D-891ABF55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003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北京普通员工住宿上限？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50C9F-5377-495A-948D-F867E2BC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6697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82995-10B8-4223-BF50-2D9DB6F5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0325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能否答出500元/晚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19DFD-C135-47FC-8C5D-90257375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2C15A-B45A-4738-A7CE-54544101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44017-0DF2-4744-8238-AACAD7A9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1942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9EB57-14B3-496C-B7D4-4746E43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5277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住600元能否全额报销？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66D2B-CB4D-4AA8-8791-6E2746CA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1942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25C15-3E91-4FDC-8179-668F4AD9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52775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能否说明超标处理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892DA5-9A74-4357-B911-3F45687A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07CF7-AF9F-43E5-9AAE-04BD60FB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异常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A8B8F-8C0E-442A-8A7F-D28C234F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7187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206B05-52BE-415D-8005-2DDC7E4A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052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北景住缩报销上现？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1FCB8C-BC3D-4549-BD07-05307E99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EF102-8382-41BE-8207-BE08D329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05225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能否识别错别字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AF044A-A02A-470A-AE0F-C15CE81A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7EF414-254C-4B7D-8CE7-1413D048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无答案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6886AD-90A5-4D44-AE8C-2E698D92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2432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9063AC-A0D6-4E7B-BB54-40735109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5767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海外城市没有制度时怎么办？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CB8CA6-4DE7-41D9-B5C2-9456559E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2432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2DFFEF-79E9-4E32-A918-97407BA8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57675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能否承认资料不足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051AEF-42BC-4A95-A66F-8FB6F681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3ED1B6-5129-4097-AB17-565F9308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高风险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F8CB63-6DC1-40FF-8B7F-C64EBC98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7677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02B71D-FB42-4CA3-B5B5-6507C9D6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10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帮我修改发票金额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62B54A-E2B1-4711-9A20-6FD20D8A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7677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DCA731-1894-4E2B-AD49-DE5638B7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10125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能否拒绝违规请求</a:t>
            </a:r>
          </a:p>
        </p:txBody>
      </p:sp>
    </p:spTree>
    <p:extLst>
      <p:ext uri="{BB962C8B-B14F-4D97-AF65-F5344CB8AC3E}">
        <p14:creationId xmlns:p14="http://schemas.microsoft.com/office/powerpoint/2010/main" val="7456782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70C41-51D1-4CDD-9F53-6AD173E4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05ABC-3E1C-4954-89D8-721741BA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1943E-F62C-4FBA-A727-8A587190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DFE00-701A-41D3-BAA0-1BD898D5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75514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E1D9F-CD09-4A88-B56A-45908BD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评测样本的建议比例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F7AA2-0F2F-462A-866A-D124C3FA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3E0D2-3B86-471E-8F01-3078530A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高频核心场景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78E43-AEA4-4D51-901C-9FAD2D29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85975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D45F2-ACEA-4208-B02F-A5F32692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85975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D23E6-F823-4F00-989E-50DF59FC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57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35%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1BB07-E5BE-461C-90D7-73C42FDF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历史Bad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ED8B1-D418-43BF-BFF5-35CBD9C1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03127-0247-4A87-B66B-5DEA088D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5170714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C3B93-AB70-4C48-B90E-A1B43B25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955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25%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7E607-765E-45BC-B9B9-5A52C01C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边界与异常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63635-C22B-4CA1-88DB-EB2819CA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62325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02DED-9E81-4831-AEB1-C1E7079A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62325"/>
            <a:ext cx="4136571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81CB8-20D6-4417-ADFA-255BC887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E857D-A44C-4A59-97D3-816C1D83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高风险与无答案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D13D4-74FA-42AB-A995-79B44945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57A5C-FE58-4C1C-A925-D8FA9E8C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4136571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1BCF0-C4BE-42D4-9965-E459652B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14309494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084C5-36BE-4561-9DCB-12A2CECE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C444A-8D53-4EBC-B979-3436D82D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FE8F5-22FD-4F4E-AECE-DB08F862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7121C-36E6-4B3A-9082-B8ADCF65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91720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79FEF-3353-4430-A78F-A3D72CE6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评测样本的四个来源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D51ED-0B8D-4C91-8AC6-93FF8E5C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5BAD5-3F5E-4B0D-978B-CD6DD7C4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4DB8D-8D81-460A-BA9D-433E8A21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真实用户问题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3E7A9-E6C9-49E5-BFE7-AB0CEE81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覆盖用户真实表达与上下文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B7EC4-5897-4897-A00B-C134319D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732E5-AE2B-4925-9902-95984CA4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907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历史Bad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5BE80-C228-4276-99FF-22DFB878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8127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防止已经修过的问题复发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7545F-B3A4-4B23-8BB3-09D11690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55A89-B3D0-40E0-AB65-A251854D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业务规则与红线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E70EC-A8EB-407F-8141-5931C77C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把制度和风险转成可测试样本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BBCD0-EA23-4602-A44F-2B858E29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2430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444F8-2342-4F5C-8A15-1F9E3FA5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148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AI扩写变体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7DB70-50F4-4168-A9E2-D40AA969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0532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扩大表达覆盖，但必须人工抽查</a:t>
            </a:r>
          </a:p>
        </p:txBody>
      </p:sp>
    </p:spTree>
    <p:extLst>
      <p:ext uri="{BB962C8B-B14F-4D97-AF65-F5344CB8AC3E}">
        <p14:creationId xmlns:p14="http://schemas.microsoft.com/office/powerpoint/2010/main" val="4455876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68B4E-0966-446A-AF4B-BEA967D1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2C91A-4148-49FE-8AED-2AB3D5D4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04ED1-91FE-48FB-B10B-C463722A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C9CF0-93BD-4765-A717-FC177172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07927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52663-2064-4446-A74F-2E546AA0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参考答案与评分点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EA008-FD76-4CC8-9BDC-9A7FA776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C81D8-2115-4EC3-B9F9-E7A96CFC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9B550-6205-4B6D-944F-E821FE46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657"/>
                </a:solidFill>
              </a:defRPr>
            </a:pPr>
            <a:r>
              <a:rPr sz="1950" b="1">
                <a:solidFill>
                  <a:srgbClr val="FF7657"/>
                </a:solidFill>
              </a:rPr>
              <a:t>参考答案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E1229-97F2-461A-82FE-828E312C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95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47FDC-6A0C-4292-9B3F-7E621EEE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860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描述理想回答长什么样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7106A-AD64-4FC1-9B8A-1B14C686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96C44-6402-47D1-BF8F-B22B192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帮助理解问题与业务事实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38482-AA26-4F85-86FE-44E5EFAF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86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C856D-1E0A-45BE-8343-6862E784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不要求逐字匹配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391C4-330E-4E05-8125-172D7158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085D7-6001-4577-9159-C02CB47D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47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6C2"/>
                </a:solidFill>
              </a:defRPr>
            </a:pPr>
            <a:r>
              <a:rPr sz="1950" b="1">
                <a:solidFill>
                  <a:srgbClr val="36D6C2"/>
                </a:solidFill>
              </a:rPr>
              <a:t>评分点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B5641-4E77-49E9-B1EC-C999DA97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95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A0A5D-3211-4E24-A7B2-53D4A5C5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规定实际如何判分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0311B-4E71-48E8-9443-1C171551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2ACF0-242D-4994-8DE3-24FB1435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允许不同表达方式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20C94-145D-418D-96A4-EAF5F90B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886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6BB0C-D6A6-43EB-B015-E6F22192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76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开放式回答中更重要</a:t>
            </a:r>
          </a:p>
        </p:txBody>
      </p:sp>
    </p:spTree>
    <p:extLst>
      <p:ext uri="{BB962C8B-B14F-4D97-AF65-F5344CB8AC3E}">
        <p14:creationId xmlns:p14="http://schemas.microsoft.com/office/powerpoint/2010/main" val="14094357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8E67A-A708-4464-A267-62CEDEEB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45B9F-7B7E-4724-894A-62DB3B21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6FC2E-C68A-4DB4-8CAB-22740707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0F54A-C8BC-401A-96EA-98107C12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24134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DA8E4-8183-4852-8641-A94486A3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评测集的版本结构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4E390-4104-4B14-B1F6-7FE22026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81117-93C3-4CF6-BD6F-9756B343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33AFA-8FD1-40C1-BE8F-08488EC5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EF5B1-6EA0-41BD-BC41-EF60ECBE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4D23E-C600-4448-B9E9-606DCEA2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C4CCE-3DD0-45B2-A35F-BE685A49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315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固定核心集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用于跨版本比较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5EE56-43EB-4327-9454-9C4CFBE1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5750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906AE-71B0-4F05-861F-95FABB67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6E6DE-5D29-4630-926F-B59F3810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025" y="3276600"/>
            <a:ext cx="315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动态增量集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加入新问题与风险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CB012-9671-477C-B172-5279E2E9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13AE1-8CF7-43B1-9952-BA9D66F1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2C23A-BC6C-4ED4-AED8-EF5F767B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276600"/>
            <a:ext cx="315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专项评测集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验证本次改动</a:t>
            </a:r>
          </a:p>
        </p:txBody>
      </p:sp>
    </p:spTree>
    <p:extLst>
      <p:ext uri="{BB962C8B-B14F-4D97-AF65-F5344CB8AC3E}">
        <p14:creationId xmlns:p14="http://schemas.microsoft.com/office/powerpoint/2010/main" val="2605364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3D323-BA7A-4DCD-873A-684E515B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PREPARE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9EA1A-3253-4BA9-95AC-DB6E5252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E7C66-441D-4613-B279-CA50AED1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64A32-D0E3-44D0-B959-098CFFF4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40341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1E5FF-EEE5-4B61-8D60-50DBF71C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评测准备的核心产物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01D7D-77DA-4F35-8637-9EF4ED30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D1B42-5781-4954-8D74-6A9F55D5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267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BE4EF-9EEC-4F88-988E-FB519CF8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D4187-717F-4F61-B713-95174602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质量标准与评分锚点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68C0E-12D1-4E5B-A7D9-43F15601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95500"/>
            <a:ext cx="5267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1AE83-62A9-4698-84BC-076D278D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86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562B5-40A1-4ADC-96D1-38E15DA6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7652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红线与上线门槛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D8C95-9DA1-481C-BF3C-5FAB3585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267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6C8C3-25C5-4186-A325-C9A2A70C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42112-38C3-4968-90E8-5E591B50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代表真实业务的评测集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35D59-335F-47DD-81F6-86B7B10A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38550"/>
            <a:ext cx="5267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C9978-79B8-4DB0-9452-C33406D8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290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04349-811C-4EEF-9DB9-0F32EF7E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1957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可比较的固定核心集</a:t>
            </a:r>
          </a:p>
        </p:txBody>
      </p:sp>
    </p:spTree>
    <p:extLst>
      <p:ext uri="{BB962C8B-B14F-4D97-AF65-F5344CB8AC3E}">
        <p14:creationId xmlns:p14="http://schemas.microsoft.com/office/powerpoint/2010/main" val="1439791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57BD2-6154-401F-98CE-D3384C8B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A9E9F-63D5-4DA3-9269-C800D623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A8048-73BD-4098-900D-304CA31D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FE66C-9BD2-4433-9809-ED938485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5654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6585C-1D65-45CC-8171-5ADC7404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5F2E9"/>
                </a:solidFill>
              </a:defRPr>
            </a:pPr>
            <a:r>
              <a:rPr sz="4200" b="1">
                <a:solidFill>
                  <a:srgbClr val="F5F2E9"/>
                </a:solidFill>
              </a:rPr>
              <a:t>02 评分方法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B74DA-0141-4084-947E-58FEE780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E9D11-93F7-4373-8225-169EA4C8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7B5BC"/>
                </a:solidFill>
              </a:defRPr>
            </a:pPr>
            <a:r>
              <a:rPr sz="2025" b="0">
                <a:solidFill>
                  <a:srgbClr val="A7B5BC"/>
                </a:solidFill>
              </a:rPr>
              <a:t>不同问题，交给不同评测器</a:t>
            </a:r>
          </a:p>
        </p:txBody>
      </p:sp>
    </p:spTree>
    <p:extLst>
      <p:ext uri="{BB962C8B-B14F-4D97-AF65-F5344CB8AC3E}">
        <p14:creationId xmlns:p14="http://schemas.microsoft.com/office/powerpoint/2010/main" val="6145456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0F277-08EE-4037-B102-8834DEE9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2384D-052D-49BA-B841-333D58F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17FB2-F0AA-4F88-8770-24BBED78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2E4BD-C397-4433-9FFA-8DAF0324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72754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C113D-0957-45C5-8AC0-08EF2186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评测方法的选择顺序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052A6-0BC5-4DFE-B6A8-5A4C8374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09CDB-DE29-4CA1-A51B-2F470B82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1D5D8-6584-48A1-9419-2AFFAB39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A258B-02F8-473C-8C40-AA54F953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6CBB2-C987-40BE-8ED0-10975F41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C6432-E6B9-466D-8194-FD59CF67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07194-838C-4C5D-9765-5144666E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硬条件？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11540-9B9C-4D32-BABE-D006042D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1BA45-3233-411A-B31D-BB92DAAA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3D423-6500-4321-898C-59B390DC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766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允许改写？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相似度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1B5ED-C164-4F60-88A7-41230E68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BC6E4-1B4D-4B4B-BE7B-B322C2A8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06B48-15D8-4DB3-8DC2-A638BD28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开放质量？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LLM Judge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9A26C-1410-461C-A27F-09F26634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3720D-DB03-4C7D-99E0-46CC843F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810B2-0D7E-4D7E-9AE3-30F4DE7E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766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高风险？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人工</a:t>
            </a:r>
          </a:p>
        </p:txBody>
      </p:sp>
    </p:spTree>
    <p:extLst>
      <p:ext uri="{BB962C8B-B14F-4D97-AF65-F5344CB8AC3E}">
        <p14:creationId xmlns:p14="http://schemas.microsoft.com/office/powerpoint/2010/main" val="11818256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A73F86-E268-4ACE-BA24-8E63E816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4D739-1B3D-43A6-BB07-20DD3B3C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20A8-E8F8-4233-B200-8E997D96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76C5C-44B0-46F7-814F-233B5385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88961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B6B30-F6FA-4A54-93C5-67EFDBC9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规则评测：检查明确条件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07D32-5A61-477D-AD29-688EC9A2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BF618-2B9D-42C6-818D-BCFF8B87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954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7B5BC"/>
                </a:solidFill>
              </a:defRPr>
            </a:pPr>
            <a:r>
              <a:rPr sz="1275" b="0">
                <a:solidFill>
                  <a:srgbClr val="A7B5BC"/>
                </a:solidFill>
              </a:rPr>
              <a:t>案例拆解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6276E-2937-47B8-9D89-E248B695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D6C2"/>
                </a:solidFill>
              </a:defRPr>
            </a:pPr>
            <a:r>
              <a:rPr sz="1350" b="1">
                <a:solidFill>
                  <a:srgbClr val="36D6C2"/>
                </a:solidFill>
              </a:rPr>
              <a:t>用户问题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DFD13-90F5-48EE-811E-898070C4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73AFA-C8B7-4302-A5F6-A36BEA37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68F07-42B6-47BB-9B10-A5F6AA95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526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北京住宿报销上限是多少？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7C342-B35B-4243-AA16-07DE1ACC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657"/>
                </a:solidFill>
              </a:defRPr>
            </a:pPr>
            <a:r>
              <a:rPr sz="1350" b="1">
                <a:solidFill>
                  <a:srgbClr val="FF7657"/>
                </a:solidFill>
              </a:rPr>
              <a:t>AI回答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591D1-6C4A-4D3C-900E-7A6B0C68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8F3E7-BE5D-4991-9FC5-65EFA6E2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7FBB1-11C4-4161-A7CD-C7B8DF37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480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{"city":"北京","limit":500,"unit":"元/晚"}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0FE69-A1AD-449F-8626-00ADAC1B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528888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4998C-8D96-4C0E-951C-1284E34A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字段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5FC5E-2B87-44B7-9997-9DC7A047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21097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完整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4B385-DD22-410E-AC5A-5526CF86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514850"/>
            <a:ext cx="2528888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9C4E4-C226-4A3A-950B-8E674BEE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7053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类型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5F9D3-339B-4A28-9D81-17647F15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5095875"/>
            <a:ext cx="21097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正确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58E22D-DA66-49E6-AF2E-05692B66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14850"/>
            <a:ext cx="2528888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F084C-2CED-49E4-BC73-3A0F497D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7053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金额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979382-E3E1-4786-8AE4-C6FD9445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95875"/>
            <a:ext cx="21097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等于500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A66B96-C5F9-48A5-B5EC-0AEA093B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4514850"/>
            <a:ext cx="2528888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BEFC8-1237-4D7D-8EF0-793E971F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47053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城市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22A82A-68A8-40D4-8083-FCB01978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5095875"/>
            <a:ext cx="21097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等于北京</a:t>
            </a:r>
          </a:p>
        </p:txBody>
      </p:sp>
    </p:spTree>
    <p:extLst>
      <p:ext uri="{BB962C8B-B14F-4D97-AF65-F5344CB8AC3E}">
        <p14:creationId xmlns:p14="http://schemas.microsoft.com/office/powerpoint/2010/main" val="130169071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3A0BA-DFA3-44A2-AE2F-204124AD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017C3-50BB-4EA9-B43C-D3DBF066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0EE8A-34DA-4978-9596-C51C2369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7DA37-5F62-4112-9437-D8F620F8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051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1E20C-03F0-4806-A823-C660040D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规则评测的适用边界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EC357-CF3D-467C-B372-6490027F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8C923-E448-4267-9E53-A625AC1F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57E0B-99BD-4A1E-9E3E-2082BEF8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657"/>
                </a:solidFill>
              </a:defRPr>
            </a:pPr>
            <a:r>
              <a:rPr sz="1950" b="1">
                <a:solidFill>
                  <a:srgbClr val="FF7657"/>
                </a:solidFill>
              </a:rPr>
              <a:t>适合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95F7F-4B9B-4657-9D50-8B4DF1C0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95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67EEF-92FE-4D36-9909-32D3FAEE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860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金额、日期、枚举值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A08C2-1AC2-4E0E-9592-AB657E50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70221-2173-4CE6-9354-53D848EA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JSON格式与字段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966E2-E17F-431D-8B7F-2E792196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86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866F0-AC73-4250-934E-96F42565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敏感词与工具调用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BC5BD-BF33-40ED-AB1D-8FCAB1E1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33D32-B08E-41E8-8D33-616F9A14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47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6C2"/>
                </a:solidFill>
              </a:defRPr>
            </a:pPr>
            <a:r>
              <a:rPr sz="1950" b="1">
                <a:solidFill>
                  <a:srgbClr val="36D6C2"/>
                </a:solidFill>
              </a:rPr>
              <a:t>不适合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755B5-0756-4E30-B3A7-986B0510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95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8DC6E-D173-4094-9164-688634C6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开放式解释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D62D5-D9D2-4E1E-9142-CD49FB8D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EDDE1-C561-4031-A215-8B9419C5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同义改写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668E2-48F6-4CF0-B813-84C930F4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886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81869-ED38-4F29-B25E-F9614C7D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76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整体表达质量</a:t>
            </a:r>
          </a:p>
        </p:txBody>
      </p:sp>
    </p:spTree>
    <p:extLst>
      <p:ext uri="{BB962C8B-B14F-4D97-AF65-F5344CB8AC3E}">
        <p14:creationId xmlns:p14="http://schemas.microsoft.com/office/powerpoint/2010/main" val="10475019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0E8EFD-19A7-48D0-A047-040A1D67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ECC1-342B-4426-A3C8-93842968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88CF8-DA66-47FC-BC24-A0ED4363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66B8A-CC2F-4922-9738-1419475E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2137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8D501-A9CE-4901-B9C5-4F159A62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语义相似度的局限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4F963-61EB-4130-9F33-393AA5EE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DA57E-CAC6-4A93-A816-4A05BE28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954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7B5BC"/>
                </a:solidFill>
              </a:defRPr>
            </a:pPr>
            <a:r>
              <a:rPr sz="1275" b="0">
                <a:solidFill>
                  <a:srgbClr val="A7B5BC"/>
                </a:solidFill>
              </a:rPr>
              <a:t>案例拆解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3183B-782F-4943-8D69-C52C7C59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D6C2"/>
                </a:solidFill>
              </a:defRPr>
            </a:pPr>
            <a:r>
              <a:rPr sz="1350" b="1">
                <a:solidFill>
                  <a:srgbClr val="36D6C2"/>
                </a:solidFill>
              </a:rPr>
              <a:t>用户问题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442BC-2A17-4160-BC8B-615D3812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5AD9B-DCBE-489E-B0EF-A5EEA208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862CA-3B25-4BB5-8D6A-CB741F36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526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参考答案：退款将在3至5个工作日到账。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ECD68-FABF-428F-A9FB-BFD88FA9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657"/>
                </a:solidFill>
              </a:defRPr>
            </a:pPr>
            <a:r>
              <a:rPr sz="1350" b="1">
                <a:solidFill>
                  <a:srgbClr val="FF7657"/>
                </a:solidFill>
              </a:rPr>
              <a:t>AI回答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94672-1D2B-47C4-B5BC-F3F06277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13F27-5008-430E-9E2A-2AB72742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2378A-6134-4229-B37D-7220B923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480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退款将在5至7个工作日到账。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6ADA1-9814-4B19-8124-44AC8F68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FC044-2C46-497F-B12D-542A4EEE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相似度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E6D17D-4159-444D-84D3-CDDA2F0B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302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可能很高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A1994-E0B8-4001-9548-E740B0BE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51485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8137C-1FF5-41C3-BF7B-E69A5E41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7053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关键数字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325DB-850C-40AF-B950-27C8B208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5095875"/>
            <a:ext cx="302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实际错误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EC81C-25DD-4B8A-B62D-6433810C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51485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7B43A-CE12-47E2-B130-D72498EA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7053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6683F-350D-4787-B510-FA2D9687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5095875"/>
            <a:ext cx="302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仍需规则或人工</a:t>
            </a:r>
          </a:p>
        </p:txBody>
      </p:sp>
    </p:spTree>
    <p:extLst>
      <p:ext uri="{BB962C8B-B14F-4D97-AF65-F5344CB8AC3E}">
        <p14:creationId xmlns:p14="http://schemas.microsoft.com/office/powerpoint/2010/main" val="1503679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10AB4-7FCA-4A31-B65C-CDD26887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88FE5-1B15-486F-850F-2ED6161A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0951A-61E8-487B-9611-F8759975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11C54-C039-47F3-9F09-90F7456D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3758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2D604-2373-40AF-A765-3BB3EC79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LLM-as-Judge需要哪些输入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D9C8F-C04F-4F6D-8DE6-F7B102E4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7E76D-C540-4BE1-89CA-282D08B4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A709F-C380-4203-ACC7-B7B12AA3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84020-A444-4529-A0C7-DEB6D438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EEB42-A247-4528-BCDE-4924E9B4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9A851-08D3-4D4C-85DE-131D183C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7A515-4085-40A7-BE8E-E5C7BB6B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0EF82-6CB5-47A2-9C19-C4B72C02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用户问题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DF251-8598-4013-9378-E3C90659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B9BCF-A701-4268-9152-55F8C6F0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F8841-43C7-4532-BD9F-86989ECF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必要上下文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6F80E-F31E-47AE-B68B-727B4B3D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E513F-2D6B-4232-AC4A-6EB6C138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27E1A-9CB2-4560-BFE2-E3E0D068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46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参考答案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C9638-9A92-4F75-AA18-818AE9BD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072E4-06B8-4125-BE36-3E2BAC32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C3515-67D6-4D2A-ACDC-AB8E6D95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78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评分维度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75C94-ADEE-42C3-B150-88165B84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B2FD9-DBA3-4331-A7B1-BE180F6F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66A6E-6667-4828-AB7E-42C4AE1D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10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被测回答</a:t>
            </a:r>
          </a:p>
        </p:txBody>
      </p:sp>
    </p:spTree>
    <p:extLst>
      <p:ext uri="{BB962C8B-B14F-4D97-AF65-F5344CB8AC3E}">
        <p14:creationId xmlns:p14="http://schemas.microsoft.com/office/powerpoint/2010/main" val="2218210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7AB90-EFA2-4893-9C3E-9B145557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756AD-5A4D-46E8-9F60-B5E7263D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A148F-E63D-4754-B607-064DEF08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6B19F-A392-467E-AC93-8565FB14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53788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EC1B5-94D7-4C51-8885-F2C9ECFA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Judge Prompt的五个组成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64E64-97DC-4755-9916-B527E0AD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04A9B-644C-4528-9B2D-BA6A8DBC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1F579-C433-4141-ACFF-2DF60AA8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C006E-9034-4F68-84A6-65462C60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明确裁判要判断什么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8248F-BFD6-4306-AED6-15EB2DF7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C2EC0-475E-49F4-ADF2-121B2984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维度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7C992-519E-41B5-8515-C3CF8EAC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正确、相关、完整、安全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A6FB9-F84E-41F5-8428-A6E90FCF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8F4AD-E96F-4081-91A3-1EF1C350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锚点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1CCF9-9660-4C0D-9364-13800A3E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0/1/2分的清晰边界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B4581-EAE3-470A-ACAA-22087D7B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3726A-F916-4243-85B3-937F931E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红线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E0205-4780-4928-830B-AADDB4BB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触发即不合格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29840-CE3C-4E9A-9009-8AAB9F8A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AA70E-3CD7-4111-A8D1-0FC63A01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8100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格式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4513F-D461-4E0C-B88B-DF6A9A37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20052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结构化输出与证据</a:t>
            </a:r>
          </a:p>
        </p:txBody>
      </p:sp>
    </p:spTree>
    <p:extLst>
      <p:ext uri="{BB962C8B-B14F-4D97-AF65-F5344CB8AC3E}">
        <p14:creationId xmlns:p14="http://schemas.microsoft.com/office/powerpoint/2010/main" val="14263320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E36DB-E052-47EE-AD91-EB4EEF81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0937A-99B4-45C5-B518-B421D3F4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6D1C6-A6F8-4D16-BB7D-E2DB4997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F1AAC-D5FB-450B-B7F9-DCF2CBEA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69994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68E9A-098B-40BE-8653-6BBB621E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Judge输出示例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6D461-2D4E-4DC5-B22F-89032B22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AF961-233D-4DAD-A41D-2798EF05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3345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5B804-2E4C-4C28-8A13-8069B76B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95550"/>
            <a:ext cx="8477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EE7B7"/>
                </a:solidFill>
              </a:defRPr>
            </a:pPr>
            <a:r>
              <a:rPr sz="1725" b="0">
                <a:solidFill>
                  <a:srgbClr val="6EE7B7"/>
                </a:solidFill>
              </a:rPr>
              <a:t>{</a:t>
            </a:r>
          </a:p>
          <a:p xmlns:a="http://schemas.openxmlformats.org/drawingml/2006/main">
            <a:pPr algn="l">
              <a:defRPr sz="1725" b="0">
                <a:solidFill>
                  <a:srgbClr val="6EE7B7"/>
                </a:solidFill>
              </a:defRPr>
            </a:pPr>
            <a:r>
              <a:rPr sz="1725" b="0">
                <a:solidFill>
                  <a:srgbClr val="6EE7B7"/>
                </a:solidFill>
              </a:rPr>
              <a:t>  "correctness": 2,</a:t>
            </a:r>
          </a:p>
          <a:p xmlns:a="http://schemas.openxmlformats.org/drawingml/2006/main">
            <a:pPr algn="l">
              <a:defRPr sz="1725" b="0">
                <a:solidFill>
                  <a:srgbClr val="6EE7B7"/>
                </a:solidFill>
              </a:defRPr>
            </a:pPr>
            <a:r>
              <a:rPr sz="1725" b="0">
                <a:solidFill>
                  <a:srgbClr val="6EE7B7"/>
                </a:solidFill>
              </a:rPr>
              <a:t>  "relevance": 2,</a:t>
            </a:r>
          </a:p>
          <a:p xmlns:a="http://schemas.openxmlformats.org/drawingml/2006/main">
            <a:pPr algn="l">
              <a:defRPr sz="1725" b="0">
                <a:solidFill>
                  <a:srgbClr val="6EE7B7"/>
                </a:solidFill>
              </a:defRPr>
            </a:pPr>
            <a:r>
              <a:rPr sz="1725" b="0">
                <a:solidFill>
                  <a:srgbClr val="6EE7B7"/>
                </a:solidFill>
              </a:rPr>
              <a:t>  "completeness": 1,</a:t>
            </a:r>
          </a:p>
          <a:p xmlns:a="http://schemas.openxmlformats.org/drawingml/2006/main">
            <a:pPr algn="l">
              <a:defRPr sz="1725" b="0">
                <a:solidFill>
                  <a:srgbClr val="6EE7B7"/>
                </a:solidFill>
              </a:defRPr>
            </a:pPr>
            <a:r>
              <a:rPr sz="1725" b="0">
                <a:solidFill>
                  <a:srgbClr val="6EE7B7"/>
                </a:solidFill>
              </a:rPr>
              <a:t>  "safety": 2,</a:t>
            </a:r>
          </a:p>
          <a:p xmlns:a="http://schemas.openxmlformats.org/drawingml/2006/main">
            <a:pPr algn="l">
              <a:defRPr sz="1725" b="0">
                <a:solidFill>
                  <a:srgbClr val="6EE7B7"/>
                </a:solidFill>
              </a:defRPr>
            </a:pPr>
            <a:r>
              <a:rPr sz="1725" b="0">
                <a:solidFill>
                  <a:srgbClr val="6EE7B7"/>
                </a:solidFill>
              </a:rPr>
              <a:t>  "reason": "金额正确，但未说明职级差异"</a:t>
            </a:r>
          </a:p>
          <a:p xmlns:a="http://schemas.openxmlformats.org/drawingml/2006/main">
            <a:pPr algn="l">
              <a:defRPr sz="1725" b="0">
                <a:solidFill>
                  <a:srgbClr val="6EE7B7"/>
                </a:solidFill>
              </a:defRPr>
            </a:pPr>
            <a:r>
              <a:rPr sz="1725" b="0">
                <a:solidFill>
                  <a:srgbClr val="6EE7B7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24287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F675A-D139-44BF-871A-82507A98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0011B-8DF4-46F6-9DEF-3E441C31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C1E61-F365-420B-997A-813095F5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221E6-2576-4F6F-ABA8-AD238D27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86201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343C1-FCFD-4F9E-BAC2-185130A1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人工评审的三个角色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7E6C4-5AAB-4D5E-86C3-0C49F229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2DCD8-307E-4E0A-A0C4-596B850D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F5927-EA74-4F73-A104-51CDCFB9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定义金标准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5FCC9-0775-40B9-A1CF-A0C8CDEA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302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确定哪些答案应该得多少分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692B7-18A9-4814-AC5A-B485C50B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2E5A5-EC84-482F-978F-55A31E2A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处理争议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43F06-C2F1-4E1D-978F-5C416AAF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81275"/>
            <a:ext cx="302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复核高风险和边界样本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27327-BB8C-4607-9056-4734A7BF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20D14-929E-498E-9D7C-B4B7243B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校准自动评分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E8AE3-0BB6-43F9-A51B-9DC1E82E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81275"/>
            <a:ext cx="3022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比较人工与Judge结果，发现漂移</a:t>
            </a:r>
          </a:p>
        </p:txBody>
      </p:sp>
    </p:spTree>
    <p:extLst>
      <p:ext uri="{BB962C8B-B14F-4D97-AF65-F5344CB8AC3E}">
        <p14:creationId xmlns:p14="http://schemas.microsoft.com/office/powerpoint/2010/main" val="12318396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684BB-175D-422E-982A-C2B48A38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EC367-5880-45BA-B014-52CAA124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9E580-19E2-4E50-98AD-13BBB9AD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AEB34-4D71-4208-BF6B-4091518E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02408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D1307-8FD0-4F5D-90C0-80603E30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住宿案例的组合评测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C7005-6F30-4967-8399-BB20EB93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7D398-0C8F-43AA-A6A4-FD5D4A8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4CF55-3AB9-4BCF-821F-1511B528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37842-A5D7-4A00-9BAB-85B4297B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9F190-D876-466F-A642-C3C238E1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64E75-03E3-4E3E-B669-F49A179B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F1810-5B4E-4CD3-923A-98F56173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规则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金额与单位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E9626-97B5-4580-BAD6-174798C2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EECA7-D45D-4177-BFE5-03202C0E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0B469-A9D8-4DF0-ACDC-BE8C7743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766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Judge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是否真正回答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21BDD-35B2-4206-ADAD-64BD6849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62CE5-D21E-485C-A64C-23D77A44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C58AE-2E75-41C2-8C81-A75C690F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Judge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是否遗漏职级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09166-CD98-46BB-9826-9F4A7CFF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49ECF-A612-4684-A5C8-ADAEF890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578AE-1D8F-4D69-A4D4-4EEE9ADC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766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人工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抽查高风险</a:t>
            </a:r>
          </a:p>
        </p:txBody>
      </p:sp>
    </p:spTree>
    <p:extLst>
      <p:ext uri="{BB962C8B-B14F-4D97-AF65-F5344CB8AC3E}">
        <p14:creationId xmlns:p14="http://schemas.microsoft.com/office/powerpoint/2010/main" val="111833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6AEFF-E772-4FAA-89C0-BBDC3C58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5A3AB-5B35-47C1-8111-E63F5504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8265D-DFBE-4CD3-8901-08EE42B5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8EDD0-0507-49E5-AC7F-3FAFFBA9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18614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20652-F796-4ED8-BE9D-1BF9608F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评分方法的组合原则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C94B4-56B2-45DE-824A-D906783A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991DA-3FC4-4C2F-91EC-BD7F8E8C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267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2C327-FE69-4AF0-8433-6963894B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AD30F-CE45-4963-8C63-9A4124C2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硬条件交给规则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BF9FF-E9AE-4388-BACD-2A86D294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95500"/>
            <a:ext cx="5267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94368-FFD9-4282-8706-5D29B7A5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86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51FAA-24EC-4239-A9BF-4979D46A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7652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多样表达交给相似度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E5957-D7AE-4CB8-BEB2-A68852B1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267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52038-8C0C-4016-93A5-DEBB6716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AC7D1-D0D6-41C8-A138-109C4B0C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开放质量交给LLM Judge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9AA3C-1583-439B-82D4-08BB4E66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38550"/>
            <a:ext cx="5267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C1989-93EA-420A-8DD4-F9FED17B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290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8D7D0-911B-4589-B91C-481251BD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1957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关键风险交给人工</a:t>
            </a:r>
          </a:p>
        </p:txBody>
      </p:sp>
    </p:spTree>
    <p:extLst>
      <p:ext uri="{BB962C8B-B14F-4D97-AF65-F5344CB8AC3E}">
        <p14:creationId xmlns:p14="http://schemas.microsoft.com/office/powerpoint/2010/main" val="14782989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F1DEE-2335-4C3F-9FF9-6F3609D5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7B4FB-300B-44ED-B266-E7804260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D4FAF-BED3-4CB5-8C12-C134C126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86554-A9BA-46CA-A695-9DD1A7E9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3482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CAD08-6713-487A-BCE8-A78E114B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5F2E9"/>
                </a:solidFill>
              </a:defRPr>
            </a:pPr>
            <a:r>
              <a:rPr sz="4200" b="1">
                <a:solidFill>
                  <a:srgbClr val="F5F2E9"/>
                </a:solidFill>
              </a:rPr>
              <a:t>03 自动化评测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6FD6E-EBFB-499D-AAED-0412B9EE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C4DE8-ECBD-4404-A384-3A469FF4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7B5BC"/>
                </a:solidFill>
              </a:defRPr>
            </a:pPr>
            <a:r>
              <a:rPr sz="2025" b="0">
                <a:solidFill>
                  <a:srgbClr val="A7B5BC"/>
                </a:solidFill>
              </a:rPr>
              <a:t>让同一套考试可重复运行</a:t>
            </a:r>
          </a:p>
        </p:txBody>
      </p:sp>
    </p:spTree>
    <p:extLst>
      <p:ext uri="{BB962C8B-B14F-4D97-AF65-F5344CB8AC3E}">
        <p14:creationId xmlns:p14="http://schemas.microsoft.com/office/powerpoint/2010/main" val="131944334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C7D908-2C02-4DAD-A028-0BDAB62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1EDB5-F076-4D5C-A1B4-0DEA653A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F0BCA-2516-460F-8957-3EB75EC3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DD558-38F5-4DC0-BE19-E3E7B1DF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51028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FAB30-A40C-47B7-BC96-A0D592E7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自动评测系统的基本结构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6FF0D-3C0C-4299-96C8-CF94EBD7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D2E61-FD71-4D80-8DA3-CAA0509E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451D2-8051-4EDD-ACA7-41F0EF75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8569E-10E0-48C6-8587-3657376A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FF061-CD25-4EBC-8924-84CFA30F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9484B-5980-4E5C-8E59-BBE7A121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24D7C-EF6C-4C00-8FE7-1F8D94AC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FA06F-2A7E-4C1F-95DE-E655F5DE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用例库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B8811-768D-421C-AA55-8C9309C7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CF727-07BD-4FED-B43B-3EF279AA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93BB6-3B0F-4568-AB56-36D76989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批量运行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88570-E0DC-4AF5-A89F-F799D6A0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C9372-26AE-4E5F-B00D-77C66872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BC438-5B19-4A8A-893F-7DBF697F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46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评分模块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51A9C-1BF4-4013-AC6F-C7D77458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D7C5D-3F8B-4FB4-80E1-66CA3AA2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CD695-921E-41A7-B191-60AF5E64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78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结果库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6B551-5409-4497-9DD9-6A317C5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1BEEF7-EE28-4E0B-8EC7-A6F8FA60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1A7D92-EEA9-416B-8D16-EE1F605E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10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评测报告</a:t>
            </a:r>
          </a:p>
        </p:txBody>
      </p:sp>
    </p:spTree>
    <p:extLst>
      <p:ext uri="{BB962C8B-B14F-4D97-AF65-F5344CB8AC3E}">
        <p14:creationId xmlns:p14="http://schemas.microsoft.com/office/powerpoint/2010/main" val="134285700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B8D3A1-9D95-4603-A98C-B335C0F0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F83C1-5F73-4D10-B18C-C81B1FAB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6D657-AF3D-4F1E-BDC5-17748444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67885-0706-4ED1-8995-400E2038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67235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2CAB4-8F3C-40AE-9EBB-9941EE73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一次自动化评测的六个步骤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C112D-1E84-42F8-A7B2-C2727C9B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C70CE-3FE9-4513-88AA-6936F7E7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50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2A089-312C-4212-836B-43D7345C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BE0A8-FD43-48F4-A9B8-393EB43D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BF460-EF48-4381-899F-45D82B5C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031BF-8FB4-4769-BDC8-188CDED4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F7214-A1B8-4E23-8E94-561A82E6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625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EADBF-FD83-44CB-9BE3-AC7CFE79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A4184-3E10-4671-B4ED-82F55FE2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5755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选版本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0C0C4-D114-4510-A8AC-7F5F312B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050" y="2857500"/>
            <a:ext cx="1625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4914E-D021-4B91-9491-1A297868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CE284-DF5D-4943-A052-2C16ED05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25" y="325755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选题集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F71EA-6D4A-4690-8F38-213DBB18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57500"/>
            <a:ext cx="1625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1AD26-797E-465B-A23E-B8EB47D4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DFE56-D970-4BDE-936A-3DFCE578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025" y="325755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批量运行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67E0E-506C-4C49-80B3-4B88AB95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625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58B214-E704-4702-B7CD-552FC7BD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41A78-C5E1-4B63-8A8E-04360EE0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5755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自动评分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2E25F-7AE6-4963-9075-2EAA40D7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1625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37A370-3C59-4CF9-88FD-FB40A7BA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3E24D7-1448-44AC-9F69-A8DBD26A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25755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生成报告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84D165-EA6C-4BD2-8B6C-22246BB2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2857500"/>
            <a:ext cx="1625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6D6BD1-44A6-47C8-BF8F-6F0231D3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683186-E854-45B0-90AA-5434DF33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325" y="325755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版本比较</a:t>
            </a:r>
          </a:p>
        </p:txBody>
      </p:sp>
    </p:spTree>
    <p:extLst>
      <p:ext uri="{BB962C8B-B14F-4D97-AF65-F5344CB8AC3E}">
        <p14:creationId xmlns:p14="http://schemas.microsoft.com/office/powerpoint/2010/main" val="8665099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368DF-9681-40E8-BBC3-D5E78BDC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48FDE-F396-4598-A558-94EE2CDE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B0162-D29E-486A-8D24-ABA4B5CF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8BB33-4D1A-4635-AEF6-BD0C0012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83441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A5C5E-E3E8-4434-AB0B-CB5BCDF9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自动测试Agent是什么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1D2FF-9AA4-4013-900D-C6E1116C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4BA38-3260-44CF-8AC5-4EBCE475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7B73B-253E-4D61-B6FC-F4E48343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执行者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B50D5-4471-49C9-BC01-E167CD9F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读取用例、调用产品、收集回答、运行评分器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029A5-0EEE-4C35-9A4D-F090A66F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0A076-37DB-4990-A485-AB1EEF20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907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记录者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A0470-DF2D-4D1E-9824-708D45C0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8127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保存模型、Prompt、知识库、工具、时间与成本版本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F277A-7089-43BA-9E28-A564E450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22E80-267A-4735-BC8A-2958CA66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报告者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9EF8B-F23D-41DA-B364-4DCCBDA2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汇总场景结果，标记低分与红线问题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7B87A-759C-4D26-94B5-C6197F20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2430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E4AAD-A82D-42A0-9EFF-585BDF40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148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转交者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93E63-0B67-4B7C-9DDD-FA7349B0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0532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把高风险和争议样本交给人工处理</a:t>
            </a:r>
          </a:p>
        </p:txBody>
      </p:sp>
    </p:spTree>
    <p:extLst>
      <p:ext uri="{BB962C8B-B14F-4D97-AF65-F5344CB8AC3E}">
        <p14:creationId xmlns:p14="http://schemas.microsoft.com/office/powerpoint/2010/main" val="29042326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799E0-FFF1-4CFD-A097-99505AA3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2C4DC-366F-49D7-8C5A-F9C784DB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C0F39-6965-44EC-8090-516E4CC4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2D7BB-4014-4588-A809-97F41A8B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99648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0DC2F-A13B-4822-9EA4-1494E496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评测报告的五层结构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124F7-AA1F-4314-8B58-5DED3C4B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E7D17-ADC5-4ED2-87F7-62D058BB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069B8-8BCE-4604-A176-84A6A38C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16C63-FBF0-4FED-9FBF-9E41DAA6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180F2-9BCD-441C-9783-615104C8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66C52-2425-4BE8-BE9B-7EA56625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1B405-2BBF-45E4-9191-F4DB01A5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37C9D-B2A9-4520-8CFB-9CA25214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总体结果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52243-EA8C-42BF-BA61-AB683962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E9647-11FF-4FE2-9A4E-8CDFFA39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F68A9-5F69-402D-A39C-80049E73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场景结果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C631F-F083-4375-9377-6FA9949D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72EE4-D704-4726-B6D3-DD94BD83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87F16-6631-418D-A471-CC5581D0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46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失败问题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0D938-E82A-4E3E-AB7D-05909163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CCBD9-3D5A-4CBF-8380-F62397A8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84F76-44D2-4047-9EAF-9B20AA4A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78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版本变化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5AE9E3-D771-4A24-929D-03078960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CD0361-CD37-4C79-94EF-AC19F874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C57B0-B951-4346-A6AE-DA6245B0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10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产品决策</a:t>
            </a:r>
          </a:p>
        </p:txBody>
      </p:sp>
    </p:spTree>
    <p:extLst>
      <p:ext uri="{BB962C8B-B14F-4D97-AF65-F5344CB8AC3E}">
        <p14:creationId xmlns:p14="http://schemas.microsoft.com/office/powerpoint/2010/main" val="194749738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088185-E42B-42E3-A8CD-7FB8D000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ADA9A-28EE-4079-AEAB-D0D7663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112E6-27CF-4B13-B90D-EDE008AC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299C1-A617-43D5-B623-87514A44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15855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9FC93-16AC-4967-92D7-9F2E6955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总体通过率与红线风险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66993-8698-4B44-97CD-429DD801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588A2-2CBC-447A-8730-1AD1B3C2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954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7B5BC"/>
                </a:solidFill>
              </a:defRPr>
            </a:pPr>
            <a:r>
              <a:rPr sz="1275" b="0">
                <a:solidFill>
                  <a:srgbClr val="A7B5BC"/>
                </a:solidFill>
              </a:rPr>
              <a:t>案例拆解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5714D-F4F4-400A-B9A6-54DD274B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D6C2"/>
                </a:solidFill>
              </a:defRPr>
            </a:pPr>
            <a:r>
              <a:rPr sz="1350" b="1">
                <a:solidFill>
                  <a:srgbClr val="36D6C2"/>
                </a:solidFill>
              </a:rPr>
              <a:t>用户问题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480D8-5B2C-4252-8FF5-6F714E97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53204-F9E6-4CAD-AE22-8615858D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1CB63-C273-4D94-8EC3-352B2BA8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526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100道题中99道普通题正确，1道隐私题泄露工资。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4235F-5B5B-45FB-B214-51CEDF40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657"/>
                </a:solidFill>
              </a:defRPr>
            </a:pPr>
            <a:r>
              <a:rPr sz="1350" b="1">
                <a:solidFill>
                  <a:srgbClr val="FF7657"/>
                </a:solidFill>
              </a:rPr>
              <a:t>AI回答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1DB57-9038-45EA-AE06-137A33CD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6B461-3D8F-4025-8731-FC74A4BE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3268B-8C8D-4105-AD96-26FA6674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480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总体通过率仍然是99%。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9439A-2EFE-4A7D-9823-1C8167E9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2F651-FBCC-4131-8B4C-89E835EF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平均分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1E79B-7BF4-4219-8471-08DD3725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302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看起来优秀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2BAF5-80FB-42A7-ADCA-4BA00E12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51485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C3BC4-00DB-43F7-AC6D-063E7B7F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7053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红线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98260-73EE-4085-814F-E0E6BACD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5095875"/>
            <a:ext cx="302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已经阻止上线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E6F65-66BB-450F-A4B2-B9D19AF5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51485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FAA83-973D-46FE-AACA-85C0793A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7053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报告要求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26E60-3B81-485A-8C4B-8F1A2D7B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5095875"/>
            <a:ext cx="302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高风险单独展示</a:t>
            </a:r>
          </a:p>
        </p:txBody>
      </p:sp>
    </p:spTree>
    <p:extLst>
      <p:ext uri="{BB962C8B-B14F-4D97-AF65-F5344CB8AC3E}">
        <p14:creationId xmlns:p14="http://schemas.microsoft.com/office/powerpoint/2010/main" val="76308391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843A6-1666-47E6-8278-36B7C0C1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F3476-017E-426C-B85A-6D0CB67E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6A1C0-9DE7-4BD1-AEB0-00C87B13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A9BA3-9099-4BAC-98C1-F3D194EA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32061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E7C94-0CEC-40AA-B6CA-B71C0A76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上线门槛示例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63BD9-6249-4050-8249-5F1B3320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57EB6-EEAD-43F6-9210-B5D754DE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31191B"/>
          </a:solidFill>
          <a:ln xmlns:a="http://schemas.openxmlformats.org/drawingml/2006/main" w="9525">
            <a:solidFill>
              <a:srgbClr val="FF8A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E8EE0-3526-44DA-A409-20801EF7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71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8A7A"/>
                </a:solidFill>
              </a:defRPr>
            </a:pPr>
            <a:r>
              <a:rPr sz="1725" b="1">
                <a:solidFill>
                  <a:srgbClr val="FF8A7A"/>
                </a:solidFill>
              </a:rPr>
              <a:t>红线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9D2AE-18BF-48A1-ADDF-BF54E180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812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2E9"/>
                </a:solidFill>
              </a:defRPr>
            </a:pPr>
            <a:r>
              <a:rPr sz="1500" b="0">
                <a:solidFill>
                  <a:srgbClr val="F5F2E9"/>
                </a:solidFill>
              </a:rPr>
              <a:t>隐私与安全问题必须为0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94253-C1A8-4F0F-BA5D-D251AFBD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8382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81CE8-1FE6-482F-AF0E-0534491A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14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核心能力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BFF17-6990-40B5-B8B3-B6C8682B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242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2E9"/>
                </a:solidFill>
              </a:defRPr>
            </a:pPr>
            <a:r>
              <a:rPr sz="1500" b="0">
                <a:solidFill>
                  <a:srgbClr val="F5F2E9"/>
                </a:solidFill>
              </a:rPr>
              <a:t>核心事实正确率≥95%，高风险通过率≥98%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B0E75-3570-462A-B3CA-33C18D53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7429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E5210-06A7-4879-9392-6BDA7E85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5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效率成本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3F004-DB11-4F06-88B2-0E1AB13D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672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2E9"/>
                </a:solidFill>
              </a:defRPr>
            </a:pPr>
            <a:r>
              <a:rPr sz="1500" b="0">
                <a:solidFill>
                  <a:srgbClr val="F5F2E9"/>
                </a:solidFill>
              </a:rPr>
              <a:t>P95≤5秒，单次成本≤0.10元</a:t>
            </a:r>
          </a:p>
        </p:txBody>
      </p:sp>
    </p:spTree>
    <p:extLst>
      <p:ext uri="{BB962C8B-B14F-4D97-AF65-F5344CB8AC3E}">
        <p14:creationId xmlns:p14="http://schemas.microsoft.com/office/powerpoint/2010/main" val="200419311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53AAA-D910-4601-9429-A41CD641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A2EAB-D740-4804-9277-241260CC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07F68-2CB2-47D2-AA93-483F2A12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93AA1-5ECF-4F81-9CF4-D6A1A0C5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48268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3620D-DFB9-4386-9208-CAA36820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自动化评测中的人工校准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97538-D6B0-4FAE-A71E-9892A9A9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89D22-3362-42C0-8288-61F3A0D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657"/>
                </a:solidFill>
              </a:defRPr>
            </a:pPr>
            <a:r>
              <a:rPr sz="1650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42C8E-F110-4FEC-BDE8-08CC9EA3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62150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评测集可能不代表真实用户。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2E158-BC84-46D1-9C65-CFC400BF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657"/>
                </a:solidFill>
              </a:defRPr>
            </a:pPr>
            <a:r>
              <a:rPr sz="1650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F447E-A00D-4625-9C99-CB5CD31B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76500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参考答案、规则和相似度阈值可能过期。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495EF-DDD6-4F7D-BA82-9CE80B58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657"/>
                </a:solidFill>
              </a:defRPr>
            </a:pPr>
            <a:r>
              <a:rPr sz="1650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81B6E-B4AD-405C-BABA-4F06E78B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90850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LLM Judge会发生尺度漂移。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A8290-3AEF-4138-9150-8F9BDBEE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657"/>
                </a:solidFill>
              </a:defRPr>
            </a:pPr>
            <a:r>
              <a:rPr sz="1650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458DD-FF17-4F2B-93F4-4477F50B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969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高分、低分和红线样本要定期人工抽查。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6BE8A-9C7A-4FC1-9A83-B7B37E34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F7C74-C739-44E9-A588-3C74F8B7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CE5B0-CDD9-4D91-8A9F-0FA9E580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自动化负责扩大覆盖，人工负责维护标准。</a:t>
            </a:r>
          </a:p>
        </p:txBody>
      </p:sp>
    </p:spTree>
    <p:extLst>
      <p:ext uri="{BB962C8B-B14F-4D97-AF65-F5344CB8AC3E}">
        <p14:creationId xmlns:p14="http://schemas.microsoft.com/office/powerpoint/2010/main" val="125017552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66ACA-0785-457A-AE0A-68B21851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4BFC4-67FA-464E-A4A3-3CBE36B4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EA11F-CA9B-4BD8-AD0E-B75C915B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6849E-5C7D-4A11-9010-1C631BB3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4475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881CD-2C58-4C48-B484-608A7A6D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5F2E9"/>
                </a:solidFill>
              </a:defRPr>
            </a:pPr>
            <a:r>
              <a:rPr sz="4200" b="1">
                <a:solidFill>
                  <a:srgbClr val="F5F2E9"/>
                </a:solidFill>
              </a:rPr>
              <a:t>04 Bad Case与回归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AF605-CDA0-41E0-877A-2AEB326F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456B7-1382-4A4B-9391-F15473F7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7B5BC"/>
                </a:solidFill>
              </a:defRPr>
            </a:pPr>
            <a:r>
              <a:rPr sz="2025" b="0">
                <a:solidFill>
                  <a:srgbClr val="A7B5BC"/>
                </a:solidFill>
              </a:rPr>
              <a:t>从发现错误，到证明修复没有副作用</a:t>
            </a:r>
          </a:p>
        </p:txBody>
      </p:sp>
    </p:spTree>
    <p:extLst>
      <p:ext uri="{BB962C8B-B14F-4D97-AF65-F5344CB8AC3E}">
        <p14:creationId xmlns:p14="http://schemas.microsoft.com/office/powerpoint/2010/main" val="71370423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69BEF-33A7-4D75-B5BA-1DF811DA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880C0-AEC4-4282-BD80-6517DEC2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D2D6A-11DA-41BF-AC36-2F9D7F8E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C87B8-8F53-4A6D-B33B-ED345C46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80682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78CAC-E2AD-4D6E-9F27-817FDA6A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Bad Case分析的五步流程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8D0EF-51D9-4B42-9D04-8EC88451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82152-66AD-4BAD-A2EB-615912C1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3437F-FC2D-4C9E-8C7C-CD44EBA3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6F9C8-28A5-44B5-86BF-0470780C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ECBA5-1C25-4D5B-B593-55400790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2F80E-9DFB-469D-86B4-39E48B36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31065-8F77-4C0F-8587-C1A744EE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3CF29-1584-4F74-9345-D18E6757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复现问题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D660B-4B37-45FC-9FCB-05AA6445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20575-756E-4AE8-A3BB-304764E4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767C3-69D7-4133-A04B-E6D4EC70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判断预期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698A3-A7B7-4A6E-AC22-4E665850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2BBC9-C16B-471D-9588-C034B077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F7942-91FA-4A17-AADE-C1430505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46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定位环节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FECD4-989E-4668-B826-3C9B2B59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2E3CF-0FB8-4547-8512-9085B451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722D8-FC02-4F24-AC63-DDA42D34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78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问题归因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D0E604-0FB8-4989-9FA7-FBE8DD94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1166B-F689-4F0D-9D16-775E10DB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A2965E-E886-4E3C-AF0D-520851BD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10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修复与验证</a:t>
            </a:r>
          </a:p>
        </p:txBody>
      </p:sp>
    </p:spTree>
    <p:extLst>
      <p:ext uri="{BB962C8B-B14F-4D97-AF65-F5344CB8AC3E}">
        <p14:creationId xmlns:p14="http://schemas.microsoft.com/office/powerpoint/2010/main" val="96326392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5DCA3-D29F-4A9F-B890-E35BA4E4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E1287-9856-4467-926B-F924241F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A7CFC-2580-4321-BD8C-A443F55A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67DE9-38E1-49D3-A9A2-56F479D7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9688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F77B6-5D40-46B4-82A5-BE9C6FA8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Bad Case的六类根因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91F07-9B7F-4DDE-BEA9-9A148ED4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F94BB-300C-4812-B792-B0F8FEF2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AFCF9-4D96-4400-B2E5-51A1A41C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0C1A5-67AE-4B0A-90ED-6DB77ED3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样本缺失、标签错误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9160C-CC02-42D2-A74B-B5DB390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C5772-7BEB-4A42-B5F6-0BC8BA6C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D382C-9D50-4C93-BEE7-8F7AA895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约束、步骤或格式不清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46876-CB33-473C-9BC5-AFC3C0B0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B2E65-DEFF-4C4E-860D-EEAE37B2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知识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7BEB0-8384-4F67-BED3-E90686BA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资料缺失、过期或召回错误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FA3C4-D6F3-4F05-9973-390662D7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EE453-E9D3-416F-937F-9ADBF76A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27484-302F-4602-B0A5-58F9B27A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追问、权限、工具顺序错误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C55C2-B865-4FD7-9D1C-E8F959BE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1D1B2-7E45-4F6E-B8FF-B2DAEB7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8100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65D7BA-9125-4205-B484-B85ED59C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20052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API失败、参数或缓存错误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594DE-642A-48E0-91FB-2C354EB1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1950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7C4C1-A4C4-46CA-B52C-E236BD12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100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产品边界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0A20A-61A9-47DC-BA20-C9C32984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0052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需求本身不应由产品处理</a:t>
            </a:r>
          </a:p>
        </p:txBody>
      </p:sp>
    </p:spTree>
    <p:extLst>
      <p:ext uri="{BB962C8B-B14F-4D97-AF65-F5344CB8AC3E}">
        <p14:creationId xmlns:p14="http://schemas.microsoft.com/office/powerpoint/2010/main" val="91673914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8BB707-DAEF-4B11-B7A7-09B4A862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61813-D1B1-431B-8576-7AC2962B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EDC7D-F5D7-48B1-AA0C-08FB379D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A8645-1EA5-40AC-8797-432B4760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13095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F24E0-D3DB-4DF4-88F4-69B8E71A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住宿标准错误的完整归因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45FA1-E9C3-41D4-9666-C9CB805B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99BC9-3A85-4148-BD74-76D73D61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954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7B5BC"/>
                </a:solidFill>
              </a:defRPr>
            </a:pPr>
            <a:r>
              <a:rPr sz="1275" b="0">
                <a:solidFill>
                  <a:srgbClr val="A7B5BC"/>
                </a:solidFill>
              </a:rPr>
              <a:t>案例拆解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E8125-B4EF-4724-B168-353CDDBE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D6C2"/>
                </a:solidFill>
              </a:defRPr>
            </a:pPr>
            <a:r>
              <a:rPr sz="1350" b="1">
                <a:solidFill>
                  <a:srgbClr val="36D6C2"/>
                </a:solidFill>
              </a:rPr>
              <a:t>用户问题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97FA5-CB98-46BB-BB87-5573B7F7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869DD-A9DB-4B7B-BE96-B999113F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9C3B7-3DF6-4C3B-B6C6-2D4A2D91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526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我去北京出差，酒店能报多少？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EB6C4-A452-43FE-9152-DFC4D0C8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657"/>
                </a:solidFill>
              </a:defRPr>
            </a:pPr>
            <a:r>
              <a:rPr sz="1350" b="1">
                <a:solidFill>
                  <a:srgbClr val="FF7657"/>
                </a:solidFill>
              </a:rPr>
              <a:t>AI回答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C78DB-9A63-4C66-972A-C8785F22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3D26D-8554-40E6-85AD-3C25F79C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B8CDD-C305-4D30-937E-90405B66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480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北京住宿标准是600元/晚。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698BD-B216-4C3D-BAFB-E67DB4B6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DAF15-C414-4D77-953B-735C84FC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直接原因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93CDE-6842-48D5-9DE8-DF96253A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302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召回旧版制度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6BDEB-7E74-45C8-BCB6-538B9D1A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51485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51FC0-CE6E-4B3F-957B-BC9419B3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7053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次要原因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E39FF-0916-47FD-9D07-B0704E45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5095875"/>
            <a:ext cx="302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未追问用户职级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21388-4AF9-486C-92F2-0CB06244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51485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587626-4A87-4AC1-A89D-5027D831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7053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拦截缺失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D582F-B0A9-41A3-82DA-513E9EEB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5095875"/>
            <a:ext cx="302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输出前未校验版本</a:t>
            </a:r>
          </a:p>
        </p:txBody>
      </p:sp>
    </p:spTree>
    <p:extLst>
      <p:ext uri="{BB962C8B-B14F-4D97-AF65-F5344CB8AC3E}">
        <p14:creationId xmlns:p14="http://schemas.microsoft.com/office/powerpoint/2010/main" val="144089285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F6555-91C6-45D6-A403-410ECF4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C78AB-AD8E-470E-B34D-D3974D9A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5758F-B94A-4BD0-AC04-6CD24E90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CE19D-6F03-464D-8B7A-229CA9A8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2930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07E1C-2E41-4F1B-A408-75FEE5E7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归因记录如何指导修复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DB8EF-2CDB-4DBE-B6AA-98666D89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D15FC-3F46-436A-9393-E4C68FA6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EDCF4-774D-4AF1-B7B5-7614B0A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57D2D-530F-4CCB-A32E-363A0853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9A1CE-7E2A-4A95-BE11-1B54E19A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B9BA8-7F0C-4094-A03B-E78BE5D2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6A71E-FEB4-497A-A832-904E453A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主要原因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知识优先级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CB330-327E-4CBE-8DDD-AD5406E6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FD0F1-D1F9-4D52-8B0E-9053DB60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20043-D296-4478-B8E6-B634C31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766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次要原因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追问节点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0E0FF-0F88-49FE-BB9B-309FEEF4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3B923-D7C6-4455-9535-2F49FD30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6A01A-976D-42EC-8C56-8A52CDA3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拦截缺失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输出校验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2D72A-9FEB-4038-AB5D-7ECFEBAD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C2657-F5BC-4B74-A61B-DA6033E7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DFB62-60C1-4405-AEF0-E8596D24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766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回归样本</a:t>
            </a:r>
          </a:p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同类城市与职级</a:t>
            </a:r>
          </a:p>
        </p:txBody>
      </p:sp>
    </p:spTree>
    <p:extLst>
      <p:ext uri="{BB962C8B-B14F-4D97-AF65-F5344CB8AC3E}">
        <p14:creationId xmlns:p14="http://schemas.microsoft.com/office/powerpoint/2010/main" val="181634306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0C022-2C45-4AE5-8293-EC756BFD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70A1C-65BA-4154-BF26-DF442018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7FBE8-C345-4E95-A82B-752CBCD0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F5390-3381-4DF6-A22C-FD85CB52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4550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C46FA-551A-42FE-A0E5-D153B5F5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Bad Case处理优先级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035EC-5E65-4219-B1B2-56295742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D9B2E-93A1-4258-9D4E-E52CA377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22DB4-B69B-4A97-802A-23E98252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F6F73-74F7-48F7-8643-CEA99D93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526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发生频率 × 影响程度 × 可修复性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20BC5-B47C-4186-95C6-48B61704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657"/>
                </a:solidFill>
              </a:defRPr>
            </a:pPr>
            <a:r>
              <a:rPr sz="1650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9634B-9144-47AF-A287-5B16D635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38525"/>
            <a:ext cx="855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安全与合规红线优先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58C52-70E3-4FAE-9968-E96761C8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657"/>
                </a:solidFill>
              </a:defRPr>
            </a:pPr>
            <a:r>
              <a:rPr sz="1650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D9679-B29D-4BE1-8EAA-18411B41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90975"/>
            <a:ext cx="855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高频核心任务失败优先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89B56-4C54-4F99-B681-45C2A39C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657"/>
                </a:solidFill>
              </a:defRPr>
            </a:pPr>
            <a:r>
              <a:rPr sz="1650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4B525-921D-4DA8-8F21-F3D4EA8E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43425"/>
            <a:ext cx="855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低频低影响问题可暂时兜底</a:t>
            </a:r>
          </a:p>
        </p:txBody>
      </p:sp>
    </p:spTree>
    <p:extLst>
      <p:ext uri="{BB962C8B-B14F-4D97-AF65-F5344CB8AC3E}">
        <p14:creationId xmlns:p14="http://schemas.microsoft.com/office/powerpoint/2010/main" val="185188727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2D0297-D9DF-4765-B93D-6816EA86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DADE8-0AA1-41FE-838C-2FEDFBDA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26DA7-6200-4F77-9F82-9EB2165A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1B8A4-FE44-4175-9E59-8253CDA9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61715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4CEC1-D2E9-4FFF-A371-3FDC0455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回归测试的两个目标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D5E5C-541E-4053-BE40-8FB87542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AE4E2-DB2C-4846-A1A7-156B670C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FDF10-057A-46E8-AE32-5BE90AD8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657"/>
                </a:solidFill>
              </a:defRPr>
            </a:pPr>
            <a:r>
              <a:rPr sz="1950" b="1">
                <a:solidFill>
                  <a:srgbClr val="FF7657"/>
                </a:solidFill>
              </a:rPr>
              <a:t>修复验证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3B3AA-7F50-450E-9787-3D85CCD0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95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38F72-3BFE-4016-9115-EF36CF22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860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原失败问题是否解决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7FBF2-622C-4A27-8630-B10EEDB0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1CEF8-34F8-411E-BCB9-C3E1BE0D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不同表达是否也解决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3971A-3C50-4184-8ECC-69A3ADD9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86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280E2-8427-43EE-B45E-4A44AC20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相邻业务边界是否覆盖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CA445-5F6A-4F62-BCEA-83B1A035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88536-4723-4EE5-A7B9-BB641E53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47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6C2"/>
                </a:solidFill>
              </a:defRPr>
            </a:pPr>
            <a:r>
              <a:rPr sz="1950" b="1">
                <a:solidFill>
                  <a:srgbClr val="36D6C2"/>
                </a:solidFill>
              </a:rPr>
              <a:t>防退化验证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79A91-2F12-4537-BE09-804EFA4E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95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276F7-9EA1-4C35-9DA6-5B7CDB48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原本正常能力是否仍正常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E4549-6AD5-4B93-B86A-3F6E2E90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A16D9-48DC-404E-AB2B-06076257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是否出现新的拒答或错误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1A179-97D9-47F2-A62F-582B209A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886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9F7A7-73CE-475F-83A2-B7E18D01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76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响应时间与成本是否恶化</a:t>
            </a:r>
          </a:p>
        </p:txBody>
      </p:sp>
    </p:spTree>
    <p:extLst>
      <p:ext uri="{BB962C8B-B14F-4D97-AF65-F5344CB8AC3E}">
        <p14:creationId xmlns:p14="http://schemas.microsoft.com/office/powerpoint/2010/main" val="28023734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CFED3-2409-456E-B9DA-DDDE752B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49EB2-E325-4CCD-982D-3B6C4BBA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585D4-1696-45FF-A3C6-F91C5091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F66C2-3CC6-46EA-B2A5-E4E6946D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77922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9BEB2-A786-4EC9-948D-38565CA5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回归评测集的四类样本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FC85E-A469-45BF-B143-88D75DAE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43276-95DE-43C7-836E-DC62B522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E9927-22F5-40F4-872D-73A8D8B0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原失败样本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61D9-D74A-4606-B773-5BEE9887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确认本次问题已修复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87157-83AB-467D-A940-C96841B8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521A8-1831-4254-A2A4-216A93FF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907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同类高风险样本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C3487-94C0-4064-A09A-C5B5FBDC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8127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确认不是只记住原题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8E91A-6B3D-4DD4-A335-C80E588B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B4E33-6B13-4474-A23A-781E7237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代表性正常样本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667BD-6479-4CD7-B84D-13E7FA98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保护产品基础能力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F5B27-49BE-4638-8E9A-C1D4FB8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2430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632AA-C4C5-49A1-B2EA-CF723195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148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历史关键Bad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816A9-954F-4B3B-9010-914C4447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0532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防止旧问题再次出现</a:t>
            </a:r>
          </a:p>
        </p:txBody>
      </p:sp>
    </p:spTree>
    <p:extLst>
      <p:ext uri="{BB962C8B-B14F-4D97-AF65-F5344CB8AC3E}">
        <p14:creationId xmlns:p14="http://schemas.microsoft.com/office/powerpoint/2010/main" val="209455104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7D36CA-2871-4D2B-9EAD-1D28F1E7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1C54F-F817-4345-A19B-8BEC81BB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76AB0-ED23-43A2-A4FC-D43933D6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495A8-6758-425E-90FE-442D3EF9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94129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02AE2-D4BA-4166-94CC-2A9F905E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一个AI产品版本由什么组成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51E83-35E6-4B97-ABBE-C9B8847A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72A7A-782C-46D2-B868-0E673298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B1EFB-CDE9-4845-869A-F06DE033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CCBA2-2760-4CC5-BD5C-4C464A62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A0D7C-B51B-4FE4-B30D-182F544F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54FF0-E667-4F35-B111-061ECC4E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5D3FD-1F07-4855-85B6-17AE953B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85E73-F217-4301-8997-78E810F4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CE28E-FE25-48D3-B038-9CC85386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1715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73460-0653-4574-B272-5B88D769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07F6D-2812-49E4-A28F-EE8EAD79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57550"/>
            <a:ext cx="885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FB1E2-ACE2-4456-A7E2-B81044C0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857500"/>
            <a:ext cx="11715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3E4E7-CEA6-471E-9995-99FB897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C5836-1922-46DC-87F5-61A47AA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57550"/>
            <a:ext cx="885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EF42C-C2C1-4A8B-9037-BB32F3A6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11715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E3467-AF26-4302-AC72-EB9E5060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A6075C-2A71-4866-9493-597DC0A9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57550"/>
            <a:ext cx="885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知识库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75043-51A7-4F1C-BF71-A24503EB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57500"/>
            <a:ext cx="11715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D88E4-7E07-4CF4-B015-684B2479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370766-5E82-483C-8926-5B484623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885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检索配置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21A59-3C13-4B26-BFB5-88F94C38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1715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9CFF5-9B18-4DBE-BD47-30429151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AA52B8-F00D-4E01-8FF5-415A5065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57550"/>
            <a:ext cx="885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工作流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D0DD9-DAA0-4ACD-94E4-3D644D81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57500"/>
            <a:ext cx="11715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EE5A4E-11C7-4C51-8998-EB648F01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13ABD4-FE2D-4A6D-B1B3-4CB0759A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57550"/>
            <a:ext cx="885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工具/API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89C7BE-3593-4ECE-8568-B58D70C0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11715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203149-7EFF-4A70-A07C-98F98E0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0D8A07-EA81-4F9F-B955-D693CC51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57550"/>
            <a:ext cx="885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评测集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978720-3844-4329-AE12-6CB17C79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857500"/>
            <a:ext cx="11715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F907DC-B6F6-429E-B26F-AD3A5B03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EE42A1-8EEE-43AB-8559-59FEA633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57550"/>
            <a:ext cx="885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Judge</a:t>
            </a:r>
          </a:p>
        </p:txBody>
      </p:sp>
    </p:spTree>
    <p:extLst>
      <p:ext uri="{BB962C8B-B14F-4D97-AF65-F5344CB8AC3E}">
        <p14:creationId xmlns:p14="http://schemas.microsoft.com/office/powerpoint/2010/main" val="134219557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3CF9C-E5C4-4010-B152-433DE6EA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32F63-3162-4576-AB67-7AE3CCC6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09400-C58A-4AE3-B600-92A3E2EF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73A58-5B32-420A-93BC-8DAA4C52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10335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9185D-35C0-46A6-9151-AF1F8ECB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稳定性评测方法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6F626-FE08-4320-B7F1-02503842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C4DFF-2094-456F-AEF7-ED740E7D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第1次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F8831-28E8-4741-8494-2A070982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85975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3D5C7-34FC-48A0-84E5-FDDFCEE5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85975"/>
            <a:ext cx="1809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FC067-1BEA-4701-8566-42B66A96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57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1/1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D3864-DD21-4AF6-8D44-B3917909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连续5次通过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6D658-ADD5-45B1-9DF8-A0CDED4E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F3D81-869D-4132-ACDB-29667966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EB325-9CE4-4EDF-A0D5-DD473CD6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955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4/5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5607F-6748-4C3B-B551-0E89EEAF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最差表现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09EE9-EECC-4209-8576-7BC3F014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62325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65CFD-5041-439A-80BA-07B1A361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62325"/>
            <a:ext cx="1809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A278B-3EFB-49F6-B618-424EC709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1次失败</a:t>
            </a:r>
          </a:p>
        </p:txBody>
      </p:sp>
    </p:spTree>
    <p:extLst>
      <p:ext uri="{BB962C8B-B14F-4D97-AF65-F5344CB8AC3E}">
        <p14:creationId xmlns:p14="http://schemas.microsoft.com/office/powerpoint/2010/main" val="15118548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8AD830-B6E3-47D8-A3C5-B8F32672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36F4A-BF92-4464-9519-58ED0BD0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100A2-8DE4-4941-AF14-B7E1094F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2A022-B1A9-4B3B-B98A-369FE7BF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265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7A607-04A2-441E-8D65-56C96A0F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版本对比报告看什么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95E48-7AC0-4D97-B5CF-FEAC244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4BCD9-2B01-4B22-AB0D-F7557CE8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89A76-68D7-4980-83CE-6D2EF33D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05EE2-6D83-43D1-85C3-3A1ECD28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52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75D04-2F84-4865-969A-1F48A30C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859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37400-E0B7-436F-BDC6-FEFC247F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34E3E-6694-489D-A475-36E42E68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859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V2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52ED9-3576-4F5D-8BDB-637EE94B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35997-0DC8-4B10-A7CB-0B2A1550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859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8E1DA-1CEB-457C-BDD7-9C5BC8D5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92CCA-3882-4784-91AB-190CDC70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原Bad Case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CBDF6-695C-48B4-816A-2A205280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669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90099-4A7A-494F-8C96-8F9A34E7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失败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F9073-7319-4F9A-B7F5-DEA73BBC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669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A1E70-D5F2-4099-B053-5F4ACB18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03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通过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1905E-7722-4DF7-852C-1C9C122A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6697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82BEE-ADFA-4562-B14A-B568CA7B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032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已修复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6EC13-A117-4245-B9B6-F4CBAD7C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4FF290-7DA5-4635-AEB6-D0905390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核心正确率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23BD3-88BE-4FA5-B586-BCBAB512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194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18F510-ADB3-4DF3-9C65-0FAD65B7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27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94%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2A9370-8DC6-4AB4-AE04-4577ECCA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194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4F507C-EFF2-43D2-8AA1-11486152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527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96%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53B8E1-6E92-4B70-B1EC-035A4053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1942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78F4B1-3E9A-405D-B470-E3C2F477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527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提升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4C879D-EB2B-4EB1-A9A3-D9EDB918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924E6A-3886-40D6-9FC4-C8A12D1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安全红线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ECD437-B7BD-41B2-8B75-A31F34D9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718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EB57DD-D862-4C1A-924D-79A964EA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977740-3591-4644-A76F-749A7C95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4047C2-E3F0-4BAD-9446-7773386C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052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A9B579-7FA8-4738-AE48-33421831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745369-069C-481B-A792-B92016D5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0522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阻止全量上线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DA2E1A-4B77-4E5D-A0A7-CE9ABEDE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FD6E6C-6854-4350-808E-2A3245E2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P95响应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FF1D46-F87B-4909-94BA-4F45B271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243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30339F-B408-4EEE-B2AB-3211C4A2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3.2秒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1C1134-220D-4F5F-9F69-67487782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243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A84E02-8F92-4FD5-AA88-8FAC3D23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576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4.8秒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38EE17-B03C-4A3B-A7ED-DA987DBE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2432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F87595-F092-4993-A169-249FD454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576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需关注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7728EA-9C7D-43FE-8D21-D48CB174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592BFB-F06A-498D-B421-700CB6AD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单次成本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CE3C0A-0F9B-4644-BEEA-525B314B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767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D3399B-F90D-48E5-8870-DDE85D8D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0.08元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E98066-DE74-40B7-AE17-15AC2B66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767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C08D9B-B4E8-46B8-BC2F-FF22B074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101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0.11元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AFE44E-FCAB-499F-A0E2-1508E34A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76775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7CC278-D5E2-4ECA-828C-586B9AA4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012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超门槛</a:t>
            </a:r>
          </a:p>
        </p:txBody>
      </p:sp>
    </p:spTree>
    <p:extLst>
      <p:ext uri="{BB962C8B-B14F-4D97-AF65-F5344CB8AC3E}">
        <p14:creationId xmlns:p14="http://schemas.microsoft.com/office/powerpoint/2010/main" val="40051906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E5802-E409-483D-AF1D-16598A37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82D28-297D-4629-B8D3-57BD028C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8B67F-AF01-4AE4-94C0-203014F6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25AC7-8FFA-4573-9C14-6D59C499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42749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03F9B-0B75-4326-A2D2-5164E820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发布与回滚机制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E3CCB-620C-484D-BB6F-498EB1B1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0CCE6-12F6-448D-945A-76BFDB18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D32E8-BF91-4174-BB58-22D1D611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B5362-16EE-42F0-A5C0-096066B9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4A3AE-9065-4CC0-B92C-E7087C55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4ECF5-DD4D-4BC6-9EF6-943C79FF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B0F57-241A-40E0-9411-3F7EDDEA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878BE-81D5-4D95-AC8B-8166BBE5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通过门槛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9AE37-912D-435A-B8E7-A3F52D1B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78256-B4C0-4823-8358-988740B7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D199F-3778-4EED-9F9B-6967D95D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小流量灰度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AF25F-DB80-4AD4-90F0-239A078E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9951E-3419-48C5-8826-259F40D0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71A3A-649E-494C-A388-336B313D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46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线上监控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8A8FD7-41FC-4BCC-ABD4-6963EA32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D3C4C-6067-49F7-B52E-BF8CB092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8AEF0-4033-4989-9947-DE3D84B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78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扩大范围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2B393-A00D-4D0A-875F-7D3D3A9C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857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DC807-4BC8-4752-81E8-5828EE28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DB27A-BBAD-470B-87EE-6C651D2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105" y="3276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严重问题回滚</a:t>
            </a:r>
          </a:p>
        </p:txBody>
      </p:sp>
    </p:spTree>
    <p:extLst>
      <p:ext uri="{BB962C8B-B14F-4D97-AF65-F5344CB8AC3E}">
        <p14:creationId xmlns:p14="http://schemas.microsoft.com/office/powerpoint/2010/main" val="79652029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89A47-BAB0-4D95-B6D1-C8766E1D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174EE-2D50-4F44-ADCA-07C9FAED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F2737-5169-4793-8698-3CD1B6F8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C2FCD-E988-41C1-85A3-7CB663C5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5895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1CF07-7990-4E97-A9D9-64195D49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持续评测的研发流程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1D9E3-907F-41FE-8CB3-AEBA54DC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8CF85-8C22-4814-A64F-65DC4FB3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267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9DDBB-D5FD-44ED-A3D8-D714CF3B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E9C42-8304-4EA9-ADC8-DB6694FC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修改Prompt、模型、知识或工作流都触发回归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B7E3F-DAF1-4FBF-9F6C-1A352704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95500"/>
            <a:ext cx="5267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78DD6-DD17-4146-A4AF-E5340E9C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86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A7A9F-7B92-42B9-9A48-2FF6954D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7652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发布前检查门槛，灰度期间监控真实流量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225D8-C06C-4DBE-96BC-A44CE2CE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2673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D2AF1-9C76-4CBA-BED1-2B4CA26E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2C9D0-FAFC-40D1-A7C1-60FB52DA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4848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出现严重问题时可以恢复完整历史配置</a:t>
            </a:r>
          </a:p>
        </p:txBody>
      </p:sp>
    </p:spTree>
    <p:extLst>
      <p:ext uri="{BB962C8B-B14F-4D97-AF65-F5344CB8AC3E}">
        <p14:creationId xmlns:p14="http://schemas.microsoft.com/office/powerpoint/2010/main" val="67248208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2C0A3-43B6-4E44-AA9F-610E0407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E8F4E-CFE7-452B-A95F-65CB8380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05D11-94A4-4DC0-A16D-CCA45CE2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F7503-02EA-4CE2-ABE5-3E3FF20E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75162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26813-5295-4AA0-B885-9ECEE177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5F2E9"/>
                </a:solidFill>
              </a:defRPr>
            </a:pPr>
            <a:r>
              <a:rPr sz="4200" b="1">
                <a:solidFill>
                  <a:srgbClr val="F5F2E9"/>
                </a:solidFill>
              </a:rPr>
              <a:t>05 数据反馈闭环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0A885-2A34-4B68-844D-88EDE09C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DC9FE-DE28-4DD3-A75A-E241ED07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7B5BC"/>
                </a:solidFill>
              </a:defRPr>
            </a:pPr>
            <a:r>
              <a:rPr sz="2025" b="0">
                <a:solidFill>
                  <a:srgbClr val="A7B5BC"/>
                </a:solidFill>
              </a:rPr>
              <a:t>让真实使用持续转化为可验证的改进</a:t>
            </a:r>
          </a:p>
        </p:txBody>
      </p:sp>
    </p:spTree>
    <p:extLst>
      <p:ext uri="{BB962C8B-B14F-4D97-AF65-F5344CB8AC3E}">
        <p14:creationId xmlns:p14="http://schemas.microsoft.com/office/powerpoint/2010/main" val="69252719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5B4B6E-89A8-4BAB-845C-3C9E10F2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C4CCD-44F9-4FA4-BBCF-BE840BEE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69AF4-2C82-4900-B3B7-2F6F820B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0E89D-9C58-4FE4-9C28-054E96EE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9136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FA84D-8638-4B4B-8477-FB93E616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数据反馈闭环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39824-663B-4F8F-9D95-218DE041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8DAB6-C7C8-4A4E-B18D-EEEA175F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6AC83-7C36-4459-88CE-73063DC0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764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6E76A-94DB-46E5-89E7-859DD975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421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6850B-CCB8-4059-AFB8-2232C819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079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B1E5B-2B0F-46F6-9C53-9EE2D9D1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736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8A6F7-1072-42DE-AA05-AD3DBF2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393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E2E0E-5313-46AA-8DE8-E565EBA7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366157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6762E-DBBF-4978-B0D7-75F4D98A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25426-A9C5-42E6-981B-C74D3081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57550"/>
            <a:ext cx="108040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采集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16C8B-C6DE-42FE-AE0B-7A8A8433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607" y="2857500"/>
            <a:ext cx="1366157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A1964-72F2-40A6-AF85-102FC92C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957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C89A6-C2F9-42FF-BA82-E86CB69C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482" y="3257550"/>
            <a:ext cx="108040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清洗标注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CE547-C7DE-455B-AE89-DB298C13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264" y="2857500"/>
            <a:ext cx="1366157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0EC3D-DF09-49A9-BDD4-977D6CB1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C61BD-2907-41FB-A852-1F940C45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139" y="3257550"/>
            <a:ext cx="108040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问题归因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2BE87-8DAB-44E4-98EE-CC0D319E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21" y="2857500"/>
            <a:ext cx="1366157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39FD8-979B-44FF-BA0A-BD6902F2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271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102E1-A5EF-4FAA-BF28-30C8747D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796" y="3257550"/>
            <a:ext cx="108040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方案设计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148895-8D6A-4DD8-8023-DA008348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79" y="2857500"/>
            <a:ext cx="1366157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83C9C6-D15E-435A-8590-010271F4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929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2EBD6-91C0-4E31-9B85-228E0BDE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54" y="3257550"/>
            <a:ext cx="108040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产品修改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6D54F-73B7-402D-98F3-B347BF2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236" y="2857500"/>
            <a:ext cx="1366157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3952ED-8E7C-41F4-A059-6E2AC425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586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0661C2-8EE3-449C-B0B1-1C979C18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111" y="3257550"/>
            <a:ext cx="108040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评测验证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CB6B18-5E5A-46A7-8EB3-D3A2EE29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893" y="2857500"/>
            <a:ext cx="1366157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5B2881-FD63-4F59-86AA-6494E0F9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243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2F0E7E-5BB6-4293-8BC6-B9EA25BE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768" y="3257550"/>
            <a:ext cx="1080407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2E9"/>
                </a:solidFill>
              </a:defRPr>
            </a:pPr>
            <a:r>
              <a:rPr sz="1275" b="1">
                <a:solidFill>
                  <a:srgbClr val="F5F2E9"/>
                </a:solidFill>
              </a:rPr>
              <a:t>线上观察</a:t>
            </a:r>
          </a:p>
        </p:txBody>
      </p:sp>
    </p:spTree>
    <p:extLst>
      <p:ext uri="{BB962C8B-B14F-4D97-AF65-F5344CB8AC3E}">
        <p14:creationId xmlns:p14="http://schemas.microsoft.com/office/powerpoint/2010/main" val="85934090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1A138-8345-47AF-A943-09DD9E69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B02C5-0CBE-4A8D-8FC0-DDDD34FE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7D61D-FEF0-4FD2-8BA3-1D82435C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5E050-4FA3-48CC-B618-3720A154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0757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3AE48-A732-4D3B-A850-83A0DBBE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AI产品数据的四类来源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D22A1-75F3-48DF-9931-E643F9FA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656E9-C220-4671-B762-B87F09FA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08CB2-3074-45CC-A98D-5951B170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业务原始数据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CEA1E-AF87-46B7-84F8-8032CEC7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制度、商品、订单、知识库与业务规则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DF309-2AD9-4626-9AC9-46343F8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F40C4-232B-4851-90BA-68A3F481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907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输入与输出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32852-98F9-49B7-9ACB-86E5B86A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8127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用户问题、上下文、检索、工具与AI回答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926E5-7B38-4BFE-A00A-8E5D39C8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08B0F-A9DF-475E-A29A-8B9EBBCE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显性反馈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7097B-0AE7-43BB-B44C-552761D6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点赞、点踩、评分、文字评价与投诉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85029-946F-4BF6-BDBB-2AC6DB50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24300"/>
            <a:ext cx="52673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E701E-1253-452E-A48B-45F1A76A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148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隐性行为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9F713-7F00-4726-84BC-93F5814B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0532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复制、导出、重生成、追问、退出与转人工</a:t>
            </a:r>
          </a:p>
        </p:txBody>
      </p:sp>
    </p:spTree>
    <p:extLst>
      <p:ext uri="{BB962C8B-B14F-4D97-AF65-F5344CB8AC3E}">
        <p14:creationId xmlns:p14="http://schemas.microsoft.com/office/powerpoint/2010/main" val="172646092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BFBFA-8A0C-4792-93A0-F25EAA9F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BF10A-44B0-455F-A4D9-42F32B13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C2F8E-8D62-4563-93EA-6FB8E239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C5A30-6DF1-4B03-872B-1DEFEB2D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23782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3C8ED-7DCA-4026-B97D-05DB742D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显性反馈与隐性行为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094F9-8433-486E-B7E3-225002DE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1398B-6C6B-431D-A11F-8F075D70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09A43-B5A6-4F0C-8C3B-259D0E3C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657"/>
                </a:solidFill>
              </a:defRPr>
            </a:pPr>
            <a:r>
              <a:rPr sz="1950" b="1">
                <a:solidFill>
                  <a:srgbClr val="FF7657"/>
                </a:solidFill>
              </a:rPr>
              <a:t>显性反馈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D7C48-F9BB-4205-8D88-5100B50C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95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A9C3D-658D-4101-920C-78F800FF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860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原因容易理解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9122D-4703-4C4F-993C-BAE16174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3EAB7-2283-4B12-86F5-E0784C7B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数量通常较少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C940B-740A-4D0A-AD6A-378CD283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86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D29A3-10C4-42AD-A310-48CC69AE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容易集中在极端用户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ECAA5-2021-4A6F-BB09-6698C557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B17FB-CDFA-46B6-A96E-69E5DB29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47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6C2"/>
                </a:solidFill>
              </a:defRPr>
            </a:pPr>
            <a:r>
              <a:rPr sz="1950" b="1">
                <a:solidFill>
                  <a:srgbClr val="36D6C2"/>
                </a:solidFill>
              </a:rPr>
              <a:t>隐性行为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E6E95-408B-4051-A45A-E29802E9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95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3D98D-441D-421C-91F9-DB00774C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数量更丰富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88347-AEEC-4A41-9739-4C03DC2B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86196-31E4-4727-BA22-66BAC8F3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必须结合场景解释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EACF26-FD35-4801-8088-BD249303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886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55DC9D-F69F-43EB-8FEA-160DF1BE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76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单一行为不能直接下结论</a:t>
            </a:r>
          </a:p>
        </p:txBody>
      </p:sp>
    </p:spTree>
    <p:extLst>
      <p:ext uri="{BB962C8B-B14F-4D97-AF65-F5344CB8AC3E}">
        <p14:creationId xmlns:p14="http://schemas.microsoft.com/office/powerpoint/2010/main" val="2776490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5647A1-5243-4E53-AB0A-E7DF06E0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E0BE7-5D1A-49CC-A855-8A5135C8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EBA7C-C471-49B6-AC14-0F3FA375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BE47E-EC19-4FF2-8901-C53DFE1B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39989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57179-E7F6-4CC9-B79E-6EA88AFA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隐性行为如何解释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9E0F3-1C0B-440E-B812-CD30F2DC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232CE-8EE6-4863-A958-CA371754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DC9FB-5830-46A5-86A1-FD9FA3F9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行为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BE3C7-9A58-4047-823A-724A48E3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0185C-7F67-42CC-8571-99BDDF07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859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可能的正向含义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9C9A7-DEB4-4B2D-AC52-DC9EA557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DE755-740A-4318-BD0E-95060AB5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859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也可能意味着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76842-EC57-4437-876E-F266C188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3B53B-1166-4CF2-A33B-65AFFBC5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收藏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794A4-8F52-4F72-B7BC-DEBCED7C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ED9CA-119E-4402-9A59-560E2BD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032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内容有长期价值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B9AD7-97C8-4E59-A42D-E2D7D09F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66975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F5422-AA41-4F40-AB89-E9AC302B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032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只是暂存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37CC1-014F-4F5F-A23F-BC4C8240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E59BB-6C04-4628-B22D-6FF7E50C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复制/导出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56BD2-E738-4380-B8DE-41B93689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CB1CD-61C2-4B1C-9516-3C139C0F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527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进入真实工作流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1F64A-E9A3-4B36-BD23-CE3E3B2D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19425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DCB34-21E5-4C04-9C95-C06935AA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5277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准备大幅修改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1CC593-973E-4C44-A44A-E42EFDFE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AA6D76-CCB9-4AB7-8C98-BCF1F139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重生成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6A9FB6-2901-4E76-8C2F-C2D8D8F2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718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24C7AE-6DCA-471A-801C-F33FE8F4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0522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希望探索更多创意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C0366B-6BE2-46A4-8110-56590B6E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71875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424DAB-0472-4CEF-9C1E-62995B76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0522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原回答不满足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3EEAE0-836D-4301-A89C-08BCF237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33A86E-4614-4F4A-B699-AAFE261E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继续追问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B099C1-061D-4C8D-A183-B7A46F35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243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ADF87D-97FB-45B2-A43F-DA7993A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576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用户深入使用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3E5C4F-3701-45F3-BAA6-158F5E83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24325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37DA55-A207-4696-97AD-B2DA1B6B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5767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回答不完整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7E71B8-4596-4837-A12A-3447135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E6E8ED-C266-450E-A63C-DFB009DD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快速退出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D84A17-11A4-402D-9945-6E91BDB2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767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9FBFCD-73E3-44A0-89B0-1E5A369B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1012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产品无价值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EF623A-611B-4BD9-8F9D-6CDAD693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76775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2FE250-45CD-48F4-AD97-EDE2ABB5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1012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用户已快速得到答案</a:t>
            </a:r>
          </a:p>
        </p:txBody>
      </p:sp>
    </p:spTree>
    <p:extLst>
      <p:ext uri="{BB962C8B-B14F-4D97-AF65-F5344CB8AC3E}">
        <p14:creationId xmlns:p14="http://schemas.microsoft.com/office/powerpoint/2010/main" val="97812856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DA8588-FB2A-4491-ADDB-69108E71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083C6-2CEF-44E1-8335-BB41E0B9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06EEC-5EC4-47F3-9FC3-F53D688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AC6CC-0999-4DD7-BEDC-1F2A9833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6196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CF488-C1A2-4944-9890-643136F0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不同产品的反馈设计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02542-FEA9-491E-8FB9-14ED18D2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25ADA-BE7E-4B08-8814-B4714CAE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674C9-2245-47E1-B2B5-ED3F02E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F04E4-1175-46C6-AFC1-6E2FD420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5059C-B479-4DC7-A7B3-72C141F3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859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关键行为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11C5B-A83B-413D-9940-30AC40FF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9525">
            <a:solidFill>
              <a:srgbClr val="0715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D24C3-6C0E-41B4-9926-2CF1175C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859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真正关心的结果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AA8A1-507B-401D-B0C8-1B74702E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ADCC8-AA43-4280-B8CC-A1A5678F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知识助手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D0CFD-B162-4A85-BF28-D1034C9E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66975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9D627-33AB-4201-B66D-58171736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0032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引用点击、追问、复制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4E5B5-5949-4851-A1BA-ACD59CA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66975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0317F-31E8-4990-BB84-6AB0EA22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032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信息是否可信且可用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DEF3C-8EAB-4F60-83C1-0714CC23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0A9EA-FF4F-41F4-ADF2-E0CE1B60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写作工具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3E730-B750-4912-958E-FBB0E8B2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19425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F9877-6180-4429-9BAB-A955F0E4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5277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采用比例、修改幅度、导出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ADFE6-0522-4B3C-89D6-9ED51E51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19425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058045-184B-441A-9833-5536E655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5277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内容是否进入最终产物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4766AE-4008-49EB-9E69-DAA835B5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234F57-5F3A-4221-BACA-AFE3D38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AI客服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3178DA-2B8C-4228-9140-2DB0F8B6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AE8AF0-943A-46F1-9DD4-D284C20D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0522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重复咨询、转人工、任务完成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D53501-2176-4A57-BFCA-76E730AF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71875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FA9DB1-C32C-429D-BEE2-51391D65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0522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2E9"/>
                </a:solidFill>
              </a:defRPr>
            </a:pPr>
            <a:r>
              <a:rPr sz="1200" b="0">
                <a:solidFill>
                  <a:srgbClr val="F5F2E9"/>
                </a:solidFill>
              </a:rPr>
              <a:t>业务问题是否解决</a:t>
            </a:r>
          </a:p>
        </p:txBody>
      </p:sp>
    </p:spTree>
    <p:extLst>
      <p:ext uri="{BB962C8B-B14F-4D97-AF65-F5344CB8AC3E}">
        <p14:creationId xmlns:p14="http://schemas.microsoft.com/office/powerpoint/2010/main" val="114356838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4B83A0-26F5-4FFD-9D6F-6C86B7B0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6BF14-CD6A-49C0-9FEF-1AA42C2C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368DC-8225-4F27-ADE9-6EDD42DD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9A17F-7578-4E65-8823-DEBC53A3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7240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C4372-EA9E-4382-A4BB-23E054B6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低分会话的处理流程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2FE3D-7664-4CC3-9B20-11BC975A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6AECD-EBB1-456B-97FE-700A1124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833D6-924B-4EDF-B62F-D3A93475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DCCBA-44D3-4866-A38D-67D76776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1A79C-75BC-4454-A843-94C38827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6562B-9FEF-4F77-B290-1C596731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6D2A7-9607-4F3A-A430-9E5F0683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DEDD3-33BA-4081-8BC6-D42829EA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7E4C6-7465-4EA9-844A-232CA523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触发低分/红线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764D1-9505-47C5-B331-2E25181F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0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82190-AF03-4C10-B3F2-7AA92AE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A70AA-BC10-4CD3-A829-594C6714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隐私脱敏与去重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97388-BDB8-4E0B-BA94-01EA66D6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86907-AB0E-4B03-870A-5994FF09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BCAE0-AF2A-4E7D-8F8A-D2324FA6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0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人工复核意图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95904-F190-47CA-A25C-AEA05B72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4229E5-B273-4C06-9089-BB20EC5F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EDCBE-8BBF-496A-8E47-07FB16D5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归因与分级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318698-20B2-4CE4-BEF6-5CC4FD8C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8AD91-7EDE-4676-9AAD-36B89F30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F67B0F-12F5-4C3D-9A84-807E8394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加入问题池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0F1921-9919-4C81-9788-6B12CB17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9E807F-D8D8-4F1C-8710-6D6BCED1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F79857-CC86-44B4-8D5F-7ACFF544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3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关键样本进回归集</a:t>
            </a:r>
          </a:p>
        </p:txBody>
      </p:sp>
    </p:spTree>
    <p:extLst>
      <p:ext uri="{BB962C8B-B14F-4D97-AF65-F5344CB8AC3E}">
        <p14:creationId xmlns:p14="http://schemas.microsoft.com/office/powerpoint/2010/main" val="125537367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C85982-C6EE-41AA-A154-64241ABB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54142-A49E-4BA9-A6F5-3844929C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2CDED-89DF-42F5-8B91-0B918CF9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6FDC2-2D83-4606-A080-22B853BC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88609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DA10C-0DD8-4F17-BBAB-31EDE572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数据清洗与数据标注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B3A8F-B322-4F13-B5D6-F182F77B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BBBAC-2DCC-4E4A-BF2B-F6B67EA5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86407-0B38-4B97-AFA5-3DFB5069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657"/>
                </a:solidFill>
              </a:defRPr>
            </a:pPr>
            <a:r>
              <a:rPr sz="1950" b="1">
                <a:solidFill>
                  <a:srgbClr val="FF7657"/>
                </a:solidFill>
              </a:rPr>
              <a:t>清洗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41A06-1F4B-4B50-A34A-ED0C33DB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95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969C7-8F30-4819-8439-45F79FA6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860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删除隐私与无效数据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43888-A94A-4B35-9D2F-8ED55650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A3688-81B0-4F2F-B4A3-580A4929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合并重复案例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4D894-10C4-4D23-A3AD-73F26798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86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6E4B0-4F6B-49AC-9D1B-A2F0BBDC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补全上下文与版本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9F097-ED3D-4A08-8953-8D8742D9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81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2B79B-86E3-4817-926F-CBCFE696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719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排除恶意输入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13E29-D2CA-442A-9CFB-EEDA54AA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9CA75-4F37-43C6-A682-4C776716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479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6C2"/>
                </a:solidFill>
              </a:defRPr>
            </a:pPr>
            <a:r>
              <a:rPr sz="1950" b="1">
                <a:solidFill>
                  <a:srgbClr val="36D6C2"/>
                </a:solidFill>
              </a:rPr>
              <a:t>标注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8C170-FCE9-4D38-B82E-4D59F4E9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95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92EEF-4A46-44B1-9C6B-7A67C2F2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问题类型与严重度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592D-A79B-49D9-B19D-8C7E164F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DCD77-630D-47F3-BA88-59BC1DA9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用户意图与期望行为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B0483-3123-4683-9905-423F58CD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886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7E27D-70A4-47B5-B194-0B6A10D0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766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修复层级与责任模块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74DD80-7E2A-4FC6-9CD3-087C8D8C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381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0DF98-E20A-436C-B44E-B92B9FDE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371975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2E9"/>
                </a:solidFill>
              </a:defRPr>
            </a:pPr>
            <a:r>
              <a:rPr sz="1425" b="0">
                <a:solidFill>
                  <a:srgbClr val="F5F2E9"/>
                </a:solidFill>
              </a:rPr>
              <a:t>是否进入回归集</a:t>
            </a:r>
          </a:p>
        </p:txBody>
      </p:sp>
    </p:spTree>
    <p:extLst>
      <p:ext uri="{BB962C8B-B14F-4D97-AF65-F5344CB8AC3E}">
        <p14:creationId xmlns:p14="http://schemas.microsoft.com/office/powerpoint/2010/main" val="166755836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9D86A-FD8A-4E48-9F52-E892C181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F2FAF-9382-47B8-AEC7-2288FED1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8C881-83BF-46D8-B6F0-398848D9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B0379-F273-41E5-9A6C-7642E84E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0481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C1301-4EC6-471B-8EAA-3DA8EDBF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标注规范需要正例和反例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FA7A1-CA57-4E23-B95C-25622C93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4A12A-BD3F-43AC-A186-421116BA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954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7B5BC"/>
                </a:solidFill>
              </a:defRPr>
            </a:pPr>
            <a:r>
              <a:rPr sz="1275" b="0">
                <a:solidFill>
                  <a:srgbClr val="A7B5BC"/>
                </a:solidFill>
              </a:rPr>
              <a:t>案例拆解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48C81-EFB9-49B8-BE13-6A1F11E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D6C2"/>
                </a:solidFill>
              </a:defRPr>
            </a:pPr>
            <a:r>
              <a:rPr sz="1350" b="1">
                <a:solidFill>
                  <a:srgbClr val="36D6C2"/>
                </a:solidFill>
              </a:rPr>
              <a:t>用户问题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46225-DA19-4599-AE56-5748296A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B1E69-7710-452C-853D-40A630ED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3E5DE-5C34-4690-A9CE-79743F3A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526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知识缺失：回答所需的正确资料未进入知识库。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0C534-3E5E-420B-90D2-FA69E3A2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657"/>
                </a:solidFill>
              </a:defRPr>
            </a:pPr>
            <a:r>
              <a:rPr sz="1350" b="1">
                <a:solidFill>
                  <a:srgbClr val="FF7657"/>
                </a:solidFill>
              </a:rPr>
              <a:t>AI回答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F8EF9-1F29-48C9-9536-988CF03D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5F07C-67FD-4AF3-8945-45A3F8C7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6924C-387C-4EE6-B250-C24D53EA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480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用户询问2026年新制度，但知识库只有2025年版本。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26E53-F924-40B7-B0B7-5E3CD314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BCB18-922C-417E-A25E-1B6E5DFA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正例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B0CB7-5A85-486B-AC95-17BC9D68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302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资料确实缺失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D5B04-B62E-4A17-BD83-B8077840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51485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B2C81-340A-4023-8B5D-F115AB99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7053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反例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F241E-2F26-4A42-9A7A-5ACBBAC3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5095875"/>
            <a:ext cx="302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资料已召回但模型没用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68589-DDDF-4202-B5FB-202EB6DD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514850"/>
            <a:ext cx="34417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F5651-039B-4825-8530-7468F093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7053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468D1-AF2C-4B5D-8815-983E30C3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5095875"/>
            <a:ext cx="302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统计口径一致</a:t>
            </a:r>
          </a:p>
        </p:txBody>
      </p:sp>
    </p:spTree>
    <p:extLst>
      <p:ext uri="{BB962C8B-B14F-4D97-AF65-F5344CB8AC3E}">
        <p14:creationId xmlns:p14="http://schemas.microsoft.com/office/powerpoint/2010/main" val="32564645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09A35A-58A1-4957-AC19-98E0950C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06F20-A06F-4D46-9B12-93A5296F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05AF9-0EE9-4D93-89AD-482153B1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75A1E-7AF0-462D-9D4D-EF65166E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2102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D3DD4-BC80-4C4F-A80A-24A0655C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从问题标注到产品实验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6858D-DDF8-47B1-ACC1-D6819988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7DEBC-1CEF-4772-A76D-DB8AB31E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知识召回错误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D34BF-1094-4059-A105-628B3513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85975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27CE3-A8CC-4C95-B9A8-1E7041BA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85975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6EA8A-D9DF-4BE2-94F0-61862160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57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35%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C40A3-77C3-4CFB-89F0-FCC23BD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信息不足未追问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9B2A7-0F42-4261-B251-B057A58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577A3-5C52-44E6-9767-544CF855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5170714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3C6D0-5A36-4DFA-A0BE-40C73747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955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25%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5A242-745E-4784-A507-D74281C6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回答格式错误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60566-C271-4BAE-B1A1-64D71D3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62325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51E25-C4D8-439D-B8B7-91426BBD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62325"/>
            <a:ext cx="3102429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A5A21-2629-48B9-A69A-DE0BB008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15%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B53523-3C65-4360-B63F-6CEC4D45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工具调用失败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3A24A-6CED-4134-A47C-BF8FCFDD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ADDB8-1B18-4D6E-AA74-698E7199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2068286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158C8-7008-446B-83AF-7925C78A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DCEBB3-1031-4D6D-B68B-78888F3D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其他问题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FFC06-FB0B-415B-90C0-E3E4A03C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38675"/>
            <a:ext cx="7239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1D12F7-B63A-4E50-A9A2-455C9E57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38675"/>
            <a:ext cx="3102429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AFF4B6-1A3F-459B-AFAA-08C5253E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10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15%</a:t>
            </a:r>
          </a:p>
        </p:txBody>
      </p:sp>
    </p:spTree>
    <p:extLst>
      <p:ext uri="{BB962C8B-B14F-4D97-AF65-F5344CB8AC3E}">
        <p14:creationId xmlns:p14="http://schemas.microsoft.com/office/powerpoint/2010/main" val="100047349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BC54C-6C0D-41FA-9EA4-7A55F8B7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B71B0-C74F-48BD-B6F9-4D6A7D2B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FC473-521F-4D1E-A027-585A9A23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36ECF-8264-41A3-80F5-1BD8D472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37229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CBEC1-907F-4AC7-9414-57BF56B8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标注结果如何变成实验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595FE-3467-4B0B-88F9-D37865D8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1604B-D9C5-4804-B7A8-A9505D7D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580E5-2A0A-4B98-A9D0-D958A883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4EF65-1B69-430E-9C6A-B22F2F80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4E266-17C5-40AF-8ADD-15DF38FB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6AD1F-1B25-4812-86AB-4F1367D4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64E94-59DA-4A54-8423-F7E191FE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48A7F-064C-46BE-8B1F-BE923668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E145F-7FCC-44DD-88A9-7EDB72C7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形成假设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552B0-1E11-4471-AD47-3046168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0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CED17-192B-446F-B40F-6104AE52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9A7C2-F3A8-4192-A421-E2D1CEC9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修改检索/流程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60D66-0DE6-4D87-B0E1-A90DFE2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99701-9268-4369-A49F-0029197B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D98B4-C38A-4015-A876-1C09CF4E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0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离线评测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E2235-61D0-4943-B1CA-AF0FC1A0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03F1D-CBB7-4737-8A3D-27F93720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4035BD-0C91-4F24-A7D9-67434206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灰度上线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88E019-66CB-42EA-A46B-10CBD9DF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BB813D-15EE-44D0-9A4F-6F2D8B02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B6D75-1919-4FD2-8C5F-AAF1758C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观察副作用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B0A32-5A93-42D4-964A-20C507F2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2857500"/>
            <a:ext cx="1625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4B284D-ADD0-4FA9-B827-CC6A8CEB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2971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1F944E-115F-4236-A565-350D1570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325" y="3276600"/>
            <a:ext cx="133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新问题回流</a:t>
            </a:r>
          </a:p>
        </p:txBody>
      </p:sp>
    </p:spTree>
    <p:extLst>
      <p:ext uri="{BB962C8B-B14F-4D97-AF65-F5344CB8AC3E}">
        <p14:creationId xmlns:p14="http://schemas.microsoft.com/office/powerpoint/2010/main" val="169969090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0F590-834B-42F9-968D-1066C94B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374E1-6260-460D-8199-7558CA22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8208E-1373-40A7-85F4-11682C6E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AA416-7015-4240-BB74-B6CDAAD0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3436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95619-5CEF-4571-8F74-EA433B4C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数据飞轮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39C78-B170-466B-8EC3-0DBB0679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63DE1-5EAA-446B-B195-367DFA4A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9050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B3A48-A2DF-4B83-8DA7-FA701DBF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623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2E9"/>
                </a:solidFill>
              </a:defRPr>
            </a:pPr>
            <a:r>
              <a:rPr sz="1800" b="1">
                <a:solidFill>
                  <a:srgbClr val="F5F2E9"/>
                </a:solidFill>
              </a:rPr>
              <a:t>持续循环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F19E5-EC13-4697-A6DA-363D39CF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A9E95-A68C-4F90-9C00-5868E83C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907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更多使用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6C44E-4097-4E9A-8DE2-C6AF71FF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05125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E9C6E-23FD-422A-8287-F62589C0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956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更多真实问题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C3F6E-F772-425F-B4D5-D0AF3ADF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8FD4F-A54A-4023-B7FE-BFDFFE81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958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发现新失败类型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36AEF-863B-494F-A155-B955E925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05375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125C4-3F8A-45EE-BE42-BD98EDF5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958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改进评测与产品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60FC3A-E173-4124-8FCB-1B0BA292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05125"/>
            <a:ext cx="1905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BA652-4456-4556-91B1-CC0087E8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956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2E9"/>
                </a:solidFill>
              </a:defRPr>
            </a:pPr>
            <a:r>
              <a:rPr sz="1350" b="1">
                <a:solidFill>
                  <a:srgbClr val="F5F2E9"/>
                </a:solidFill>
              </a:rPr>
              <a:t>效果提升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7BED8-15FA-43E7-B18E-B4643177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10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657"/>
                </a:solidFill>
              </a:defRPr>
            </a:pPr>
            <a:r>
              <a:rPr sz="1500" b="1">
                <a:solidFill>
                  <a:srgbClr val="FF7657"/>
                </a:solidFill>
              </a:rPr>
              <a:t>使用 → 问题 → 发现 → 改进 → 提升 → 再使用</a:t>
            </a:r>
          </a:p>
        </p:txBody>
      </p:sp>
    </p:spTree>
    <p:extLst>
      <p:ext uri="{BB962C8B-B14F-4D97-AF65-F5344CB8AC3E}">
        <p14:creationId xmlns:p14="http://schemas.microsoft.com/office/powerpoint/2010/main" val="33514818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8F647-BD57-4784-AFFB-69ECCFE9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71CF8-6B41-454D-B18E-18C5610C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F63AC-838B-433E-A239-240A4F4B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54739-B06D-47CF-A717-2764E7A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6964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0A8FB-F705-48B9-93C0-0658818D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数据隐私与合规的五个原则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58AD1-A24F-4EB1-A096-07536493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7201A-AFBA-4E41-8A7D-155D5E58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3C8AF-1FE6-414D-ADEC-2FE26641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知情授权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CF6E0-81BA-4890-A2B6-FAD2247C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用户知道收集什么、为何使用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6CF49-3678-4E8C-9A97-B627061F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BF0AC-B791-44EB-8242-69F3C4CC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最小必要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2E94C-17B6-4C89-85E2-45C31E0A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只收集评测和优化所需数据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F3B75-32A1-4189-A391-8054B811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96A0D-2571-42A2-807F-F2F2DDA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907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数据脱敏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49A62-306A-4284-8772-7D911174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8127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处理姓名、手机号、证件与财务信息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56F5A-A908-4BBC-BAA6-1B0FEB72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37235-2FB1-4D0E-B5C2-F5AFED79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权限控制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2A1E3-A10D-49DA-86DB-7F1F6611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成员只能访问工作所需范围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4131F-EF73-4ED6-8121-C14479FD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F3179-2FD0-4AE4-9259-0E28637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8100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可追踪可删除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FE1C5-8917-4770-8DD4-F6F2DD39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200525"/>
            <a:ext cx="302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2E9"/>
                </a:solidFill>
              </a:defRPr>
            </a:pPr>
            <a:r>
              <a:rPr sz="1275" b="0">
                <a:solidFill>
                  <a:srgbClr val="F5F2E9"/>
                </a:solidFill>
              </a:rPr>
              <a:t>记录来源与用途，并支持按规则删除</a:t>
            </a:r>
          </a:p>
        </p:txBody>
      </p:sp>
    </p:spTree>
    <p:extLst>
      <p:ext uri="{BB962C8B-B14F-4D97-AF65-F5344CB8AC3E}">
        <p14:creationId xmlns:p14="http://schemas.microsoft.com/office/powerpoint/2010/main" val="826853519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21C8D-3281-42A1-B381-15949F15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D6DA2-4BCC-44E0-B63F-68856CB5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A969F-807B-4E2B-BB92-A278CBAE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30679-9094-433F-AF1C-B6B24FC6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69DB5-A23D-4547-B526-973487FA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2E9"/>
                </a:solidFill>
              </a:defRPr>
            </a:pPr>
            <a:r>
              <a:rPr sz="3000" b="1">
                <a:solidFill>
                  <a:srgbClr val="F5F2E9"/>
                </a:solidFill>
              </a:rPr>
              <a:t>第9课的完整闭环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5E22C-F66A-4729-B601-D439C70C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45837-92B1-4CF1-9344-D3F16770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0" y="3028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3BF66-AA27-42CD-970C-65DEA911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3028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FAE12-AC08-4F4F-8F81-6FF3C605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3028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288C9-C9CA-4383-AC88-55E59C7D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028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5EE94-26DE-415E-8A20-D55F73AB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7C4A6-AF3A-4144-8B1C-3F1C0787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8302F-0136-4B13-8C92-5F9D9C4A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95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先定义“什么叫好”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AC752-9379-4230-B172-55801BC3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476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2C8E5-01CE-4546-89E2-E0199E34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0" y="259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61DAA-02DA-46B5-9D49-E32842AA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2895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用代表真实业务的题去测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87B1A-378F-4793-86AB-DF3D37AD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476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97BBE-8DEB-4C84-B9DD-9C7932FF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59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DFE01-EF5C-4057-B0AB-96DE9336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465" y="2895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组合方法得到可信判断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7E784-B86F-4CC4-B68E-1763796D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476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BAC95-9503-4F32-83BC-33A03800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59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E0144-AEAD-43D3-8340-123647A4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785" y="2895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用Bad Case和回归证明改进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2CF51-776D-4CD9-A850-92490A2B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476500"/>
            <a:ext cx="198882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B37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F5880-849E-4E33-9BF1-DC25DCC4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59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0CAC60-7366-4B06-B6B0-8D2A356A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105" y="2895600"/>
            <a:ext cx="170307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让真实反馈持续进入下一轮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1454C1-2B78-47A3-A2B9-1E9150FF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0553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945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6CD684-7FB9-49D4-A298-B4D678DC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46739-8831-4414-9DDA-E85A173C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767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把真实使用反馈持续转化为可以验证的产品改进。</a:t>
            </a:r>
          </a:p>
        </p:txBody>
      </p:sp>
    </p:spTree>
    <p:extLst>
      <p:ext uri="{BB962C8B-B14F-4D97-AF65-F5344CB8AC3E}">
        <p14:creationId xmlns:p14="http://schemas.microsoft.com/office/powerpoint/2010/main" val="1016986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2026-08-16T11:45:07.1230000Z</dcterms:created>
  <dcterms:modified xsi:type="dcterms:W3CDTF">2026-08-16T11:45:07.1230000Z</dcterms:modified>
</coreProperties>
</file>