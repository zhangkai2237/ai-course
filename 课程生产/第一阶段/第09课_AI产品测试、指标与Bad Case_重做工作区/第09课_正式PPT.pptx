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1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2.xml" ContentType="application/vnd.openxmlformats-officedocument.presentationml.slide+xml"/>
  <Override PartName="/ppt/notesSlides/notesSlide62.xml" ContentType="application/vnd.openxmlformats-officedocument.presentationml.notesSlide+xml"/>
  <Override PartName="/ppt/slides/slide63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4.xml" ContentType="application/vnd.openxmlformats-officedocument.presentationml.slide+xml"/>
  <Override PartName="/ppt/notesSlides/notesSlide64.xml" ContentType="application/vnd.openxmlformats-officedocument.presentationml.notesSlide+xml"/>
  <Override PartName="/ppt/slides/slide65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6.xml" ContentType="application/vnd.openxmlformats-officedocument.presentationml.slide+xml"/>
  <Override PartName="/ppt/notesSlides/notesSlide66.xml" ContentType="application/vnd.openxmlformats-officedocument.presentationml.notesSlide+xml"/>
  <Override PartName="/ppt/slides/slide67.xml" ContentType="application/vnd.openxmlformats-officedocument.presentationml.slide+xml"/>
  <Override PartName="/ppt/notesSlides/notesSlide67.xml" ContentType="application/vnd.openxmlformats-officedocument.presentationml.notesSlide+xml"/>
  <Override PartName="/ppt/slides/slide68.xml" ContentType="application/vnd.openxmlformats-officedocument.presentationml.slide+xml"/>
  <Override PartName="/ppt/notesSlides/notesSlide68.xml" ContentType="application/vnd.openxmlformats-officedocument.presentationml.notesSlide+xml"/>
  <Override PartName="/ppt/slides/slide69.xml" ContentType="application/vnd.openxmlformats-officedocument.presentationml.slide+xml"/>
  <Override PartName="/ppt/notesSlides/notesSlide69.xml" ContentType="application/vnd.openxmlformats-officedocument.presentationml.notesSlide+xml"/>
  <Override PartName="/ppt/slides/slide70.xml" ContentType="application/vnd.openxmlformats-officedocument.presentationml.slide+xml"/>
  <Override PartName="/ppt/notesSlides/notesSlide70.xml" ContentType="application/vnd.openxmlformats-officedocument.presentationml.notesSlide+xml"/>
  <Override PartName="/ppt/slides/slide71.xml" ContentType="application/vnd.openxmlformats-officedocument.presentationml.slide+xml"/>
  <Override PartName="/ppt/notesSlides/notesSlide7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f840b914ee847bf" /><Relationship Type="http://schemas.openxmlformats.org/officeDocument/2006/relationships/extended-properties" Target="/docProps/app.xml" Id="Rce202d8a2fc44686" /><Relationship Type="http://schemas.openxmlformats.org/officeDocument/2006/relationships/officeDocument" Target="/ppt/presentation.xml" Id="R7180702cdad1460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7415cf94392486c"/>
  </p:sldMasterIdLst>
  <p:notesMasterIdLst>
    <p:notesMasterId xmlns:r="http://schemas.openxmlformats.org/officeDocument/2006/relationships" r:id="R73f28992b4234cc9"/>
  </p:notesMasterIdLst>
  <p:sldIdLst>
    <p:sldId xmlns:r="http://schemas.openxmlformats.org/officeDocument/2006/relationships" id="256" r:id="Rc8f55355a57b437e"/>
    <p:sldId xmlns:r="http://schemas.openxmlformats.org/officeDocument/2006/relationships" id="257" r:id="Rd6d4ddb85acd4ee5"/>
    <p:sldId xmlns:r="http://schemas.openxmlformats.org/officeDocument/2006/relationships" id="258" r:id="Ra7a7582083574ca1"/>
    <p:sldId xmlns:r="http://schemas.openxmlformats.org/officeDocument/2006/relationships" id="259" r:id="R22ad601be8d0496c"/>
    <p:sldId xmlns:r="http://schemas.openxmlformats.org/officeDocument/2006/relationships" id="260" r:id="R00c1e8d387cb41b7"/>
    <p:sldId xmlns:r="http://schemas.openxmlformats.org/officeDocument/2006/relationships" id="261" r:id="R6c2db08d61af470b"/>
    <p:sldId xmlns:r="http://schemas.openxmlformats.org/officeDocument/2006/relationships" id="262" r:id="R022cb791e475483e"/>
    <p:sldId xmlns:r="http://schemas.openxmlformats.org/officeDocument/2006/relationships" id="263" r:id="R3160074d7f80462f"/>
    <p:sldId xmlns:r="http://schemas.openxmlformats.org/officeDocument/2006/relationships" id="264" r:id="R09cca55808804714"/>
    <p:sldId xmlns:r="http://schemas.openxmlformats.org/officeDocument/2006/relationships" id="265" r:id="R78a6370091834ee1"/>
    <p:sldId xmlns:r="http://schemas.openxmlformats.org/officeDocument/2006/relationships" id="266" r:id="R7defb670b43146f9"/>
    <p:sldId xmlns:r="http://schemas.openxmlformats.org/officeDocument/2006/relationships" id="267" r:id="Ra353d166ea76416f"/>
    <p:sldId xmlns:r="http://schemas.openxmlformats.org/officeDocument/2006/relationships" id="268" r:id="R90209a94343544df"/>
    <p:sldId xmlns:r="http://schemas.openxmlformats.org/officeDocument/2006/relationships" id="269" r:id="R5f65da4a09ad456e"/>
    <p:sldId xmlns:r="http://schemas.openxmlformats.org/officeDocument/2006/relationships" id="270" r:id="R035fe5a283ad4fdf"/>
    <p:sldId xmlns:r="http://schemas.openxmlformats.org/officeDocument/2006/relationships" id="271" r:id="R9db71d8534334f03"/>
    <p:sldId xmlns:r="http://schemas.openxmlformats.org/officeDocument/2006/relationships" id="272" r:id="R945513c2e98d4a67"/>
    <p:sldId xmlns:r="http://schemas.openxmlformats.org/officeDocument/2006/relationships" id="273" r:id="R7d3a3c8198cb44cd"/>
    <p:sldId xmlns:r="http://schemas.openxmlformats.org/officeDocument/2006/relationships" id="274" r:id="R5e9ed98e8da34aff"/>
    <p:sldId xmlns:r="http://schemas.openxmlformats.org/officeDocument/2006/relationships" id="275" r:id="R823f802eea2d45c7"/>
    <p:sldId xmlns:r="http://schemas.openxmlformats.org/officeDocument/2006/relationships" id="276" r:id="R5a1ab9c376e74346"/>
    <p:sldId xmlns:r="http://schemas.openxmlformats.org/officeDocument/2006/relationships" id="277" r:id="R5c933d038fb7407d"/>
    <p:sldId xmlns:r="http://schemas.openxmlformats.org/officeDocument/2006/relationships" id="278" r:id="R55ff224b67054396"/>
    <p:sldId xmlns:r="http://schemas.openxmlformats.org/officeDocument/2006/relationships" id="279" r:id="R66a7584d9fb04277"/>
    <p:sldId xmlns:r="http://schemas.openxmlformats.org/officeDocument/2006/relationships" id="280" r:id="Ra635d0ae9d1e415a"/>
    <p:sldId xmlns:r="http://schemas.openxmlformats.org/officeDocument/2006/relationships" id="281" r:id="R1888e7d2bb274913"/>
    <p:sldId xmlns:r="http://schemas.openxmlformats.org/officeDocument/2006/relationships" id="282" r:id="R4e2dfa23d6fb4564"/>
    <p:sldId xmlns:r="http://schemas.openxmlformats.org/officeDocument/2006/relationships" id="283" r:id="R95927365dd9441e5"/>
    <p:sldId xmlns:r="http://schemas.openxmlformats.org/officeDocument/2006/relationships" id="284" r:id="R488cf31872c04df4"/>
    <p:sldId xmlns:r="http://schemas.openxmlformats.org/officeDocument/2006/relationships" id="285" r:id="R01ec292397d247f0"/>
    <p:sldId xmlns:r="http://schemas.openxmlformats.org/officeDocument/2006/relationships" id="286" r:id="R26d78570f62b44e6"/>
    <p:sldId xmlns:r="http://schemas.openxmlformats.org/officeDocument/2006/relationships" id="287" r:id="R8084662f4cc64060"/>
    <p:sldId xmlns:r="http://schemas.openxmlformats.org/officeDocument/2006/relationships" id="288" r:id="R233b22ebf7984607"/>
    <p:sldId xmlns:r="http://schemas.openxmlformats.org/officeDocument/2006/relationships" id="289" r:id="R0b82f378d1484b30"/>
    <p:sldId xmlns:r="http://schemas.openxmlformats.org/officeDocument/2006/relationships" id="290" r:id="R2d6a8fab018443eb"/>
    <p:sldId xmlns:r="http://schemas.openxmlformats.org/officeDocument/2006/relationships" id="291" r:id="R845d2029e9d04a9b"/>
    <p:sldId xmlns:r="http://schemas.openxmlformats.org/officeDocument/2006/relationships" id="292" r:id="Rbf45eac2ac2b428a"/>
    <p:sldId xmlns:r="http://schemas.openxmlformats.org/officeDocument/2006/relationships" id="293" r:id="Rf02d0cc4b9d441e3"/>
    <p:sldId xmlns:r="http://schemas.openxmlformats.org/officeDocument/2006/relationships" id="294" r:id="Re0a42ca9dafc4547"/>
    <p:sldId xmlns:r="http://schemas.openxmlformats.org/officeDocument/2006/relationships" id="295" r:id="R4dfa9c57d6fd4e30"/>
    <p:sldId xmlns:r="http://schemas.openxmlformats.org/officeDocument/2006/relationships" id="296" r:id="Ra0359433ecdb433d"/>
    <p:sldId xmlns:r="http://schemas.openxmlformats.org/officeDocument/2006/relationships" id="297" r:id="R2d6a9481075041a0"/>
    <p:sldId xmlns:r="http://schemas.openxmlformats.org/officeDocument/2006/relationships" id="298" r:id="Rba2792254d1c4d9a"/>
    <p:sldId xmlns:r="http://schemas.openxmlformats.org/officeDocument/2006/relationships" id="299" r:id="R0172d73e131d45f8"/>
    <p:sldId xmlns:r="http://schemas.openxmlformats.org/officeDocument/2006/relationships" id="300" r:id="Rfced034441d64a15"/>
    <p:sldId xmlns:r="http://schemas.openxmlformats.org/officeDocument/2006/relationships" id="301" r:id="R24a11bdb39d0442b"/>
    <p:sldId xmlns:r="http://schemas.openxmlformats.org/officeDocument/2006/relationships" id="302" r:id="Rd089992a6aeb4c8a"/>
    <p:sldId xmlns:r="http://schemas.openxmlformats.org/officeDocument/2006/relationships" id="303" r:id="R232b0bbe79e440e9"/>
    <p:sldId xmlns:r="http://schemas.openxmlformats.org/officeDocument/2006/relationships" id="304" r:id="R43348add7d9140af"/>
    <p:sldId xmlns:r="http://schemas.openxmlformats.org/officeDocument/2006/relationships" id="305" r:id="R85474cbef7b74fc8"/>
    <p:sldId xmlns:r="http://schemas.openxmlformats.org/officeDocument/2006/relationships" id="306" r:id="R414cfdffa6de4118"/>
    <p:sldId xmlns:r="http://schemas.openxmlformats.org/officeDocument/2006/relationships" id="307" r:id="Rcfb486ad6989452c"/>
    <p:sldId xmlns:r="http://schemas.openxmlformats.org/officeDocument/2006/relationships" id="308" r:id="R75f70bcb24434dc0"/>
    <p:sldId xmlns:r="http://schemas.openxmlformats.org/officeDocument/2006/relationships" id="309" r:id="Rc8d76f8ed46c4d69"/>
    <p:sldId xmlns:r="http://schemas.openxmlformats.org/officeDocument/2006/relationships" id="310" r:id="R97ff8dbe3dbe484c"/>
    <p:sldId xmlns:r="http://schemas.openxmlformats.org/officeDocument/2006/relationships" id="311" r:id="R98b121d748964801"/>
    <p:sldId xmlns:r="http://schemas.openxmlformats.org/officeDocument/2006/relationships" id="312" r:id="Rf71df1d5868a40de"/>
    <p:sldId xmlns:r="http://schemas.openxmlformats.org/officeDocument/2006/relationships" id="313" r:id="R8f9ad85d4d3f4b00"/>
    <p:sldId xmlns:r="http://schemas.openxmlformats.org/officeDocument/2006/relationships" id="314" r:id="Ra7ffbc9506a44f72"/>
    <p:sldId xmlns:r="http://schemas.openxmlformats.org/officeDocument/2006/relationships" id="315" r:id="R561f322572804f79"/>
    <p:sldId xmlns:r="http://schemas.openxmlformats.org/officeDocument/2006/relationships" id="316" r:id="Ra5577d8a3e18490c"/>
    <p:sldId xmlns:r="http://schemas.openxmlformats.org/officeDocument/2006/relationships" id="317" r:id="R0328104875b94cc3"/>
    <p:sldId xmlns:r="http://schemas.openxmlformats.org/officeDocument/2006/relationships" id="318" r:id="Rd36b1dea2f244568"/>
    <p:sldId xmlns:r="http://schemas.openxmlformats.org/officeDocument/2006/relationships" id="319" r:id="R15d22cceb8924ef5"/>
    <p:sldId xmlns:r="http://schemas.openxmlformats.org/officeDocument/2006/relationships" id="320" r:id="R3ae9bdb55abe41f9"/>
    <p:sldId xmlns:r="http://schemas.openxmlformats.org/officeDocument/2006/relationships" id="321" r:id="R83c0250710d5422e"/>
    <p:sldId xmlns:r="http://schemas.openxmlformats.org/officeDocument/2006/relationships" id="322" r:id="R6b5c8ddf81d74e4d"/>
    <p:sldId xmlns:r="http://schemas.openxmlformats.org/officeDocument/2006/relationships" id="323" r:id="Ra20ba9e6b7484c74"/>
    <p:sldId xmlns:r="http://schemas.openxmlformats.org/officeDocument/2006/relationships" id="324" r:id="R106016cc00544dc4"/>
    <p:sldId xmlns:r="http://schemas.openxmlformats.org/officeDocument/2006/relationships" id="325" r:id="Rb597869172bd4ff9"/>
    <p:sldId xmlns:r="http://schemas.openxmlformats.org/officeDocument/2006/relationships" id="326" r:id="R0a860a5b708948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90e4762648447d9" /><Relationship Type="http://schemas.openxmlformats.org/officeDocument/2006/relationships/slideMaster" Target="/ppt/slideMasters/slideMaster1.xml" Id="Rd7415cf94392486c" /><Relationship Type="http://schemas.openxmlformats.org/officeDocument/2006/relationships/notesMaster" Target="/ppt/notesMasters/notesMaster1.xml" Id="R73f28992b4234cc9" /><Relationship Type="http://schemas.openxmlformats.org/officeDocument/2006/relationships/presProps" Target="/ppt/presProps.xml" Id="Rc3f4dfba39594b84" /><Relationship Type="http://schemas.openxmlformats.org/officeDocument/2006/relationships/tableStyles" Target="/ppt/tableStyles.xml" Id="R3ed715e3282248b5" /><Relationship Type="http://schemas.openxmlformats.org/officeDocument/2006/relationships/slide" Target="/ppt/slides/slide1.xml" Id="Rc8f55355a57b437e" /><Relationship Type="http://schemas.openxmlformats.org/officeDocument/2006/relationships/slide" Target="/ppt/slides/slide2.xml" Id="Rd6d4ddb85acd4ee5" /><Relationship Type="http://schemas.openxmlformats.org/officeDocument/2006/relationships/slide" Target="/ppt/slides/slide3.xml" Id="Ra7a7582083574ca1" /><Relationship Type="http://schemas.openxmlformats.org/officeDocument/2006/relationships/slide" Target="/ppt/slides/slide4.xml" Id="R22ad601be8d0496c" /><Relationship Type="http://schemas.openxmlformats.org/officeDocument/2006/relationships/slide" Target="/ppt/slides/slide5.xml" Id="R00c1e8d387cb41b7" /><Relationship Type="http://schemas.openxmlformats.org/officeDocument/2006/relationships/slide" Target="/ppt/slides/slide6.xml" Id="R6c2db08d61af470b" /><Relationship Type="http://schemas.openxmlformats.org/officeDocument/2006/relationships/slide" Target="/ppt/slides/slide7.xml" Id="R022cb791e475483e" /><Relationship Type="http://schemas.openxmlformats.org/officeDocument/2006/relationships/slide" Target="/ppt/slides/slide8.xml" Id="R3160074d7f80462f" /><Relationship Type="http://schemas.openxmlformats.org/officeDocument/2006/relationships/slide" Target="/ppt/slides/slide9.xml" Id="R09cca55808804714" /><Relationship Type="http://schemas.openxmlformats.org/officeDocument/2006/relationships/slide" Target="/ppt/slides/slide10.xml" Id="R78a6370091834ee1" /><Relationship Type="http://schemas.openxmlformats.org/officeDocument/2006/relationships/slide" Target="/ppt/slides/slide11.xml" Id="R7defb670b43146f9" /><Relationship Type="http://schemas.openxmlformats.org/officeDocument/2006/relationships/slide" Target="/ppt/slides/slide12.xml" Id="Ra353d166ea76416f" /><Relationship Type="http://schemas.openxmlformats.org/officeDocument/2006/relationships/slide" Target="/ppt/slides/slide13.xml" Id="R90209a94343544df" /><Relationship Type="http://schemas.openxmlformats.org/officeDocument/2006/relationships/slide" Target="/ppt/slides/slide14.xml" Id="R5f65da4a09ad456e" /><Relationship Type="http://schemas.openxmlformats.org/officeDocument/2006/relationships/slide" Target="/ppt/slides/slide15.xml" Id="R035fe5a283ad4fdf" /><Relationship Type="http://schemas.openxmlformats.org/officeDocument/2006/relationships/slide" Target="/ppt/slides/slide16.xml" Id="R9db71d8534334f03" /><Relationship Type="http://schemas.openxmlformats.org/officeDocument/2006/relationships/slide" Target="/ppt/slides/slide17.xml" Id="R945513c2e98d4a67" /><Relationship Type="http://schemas.openxmlformats.org/officeDocument/2006/relationships/slide" Target="/ppt/slides/slide18.xml" Id="R7d3a3c8198cb44cd" /><Relationship Type="http://schemas.openxmlformats.org/officeDocument/2006/relationships/slide" Target="/ppt/slides/slide19.xml" Id="R5e9ed98e8da34aff" /><Relationship Type="http://schemas.openxmlformats.org/officeDocument/2006/relationships/slide" Target="/ppt/slides/slide20.xml" Id="R823f802eea2d45c7" /><Relationship Type="http://schemas.openxmlformats.org/officeDocument/2006/relationships/slide" Target="/ppt/slides/slide21.xml" Id="R5a1ab9c376e74346" /><Relationship Type="http://schemas.openxmlformats.org/officeDocument/2006/relationships/slide" Target="/ppt/slides/slide22.xml" Id="R5c933d038fb7407d" /><Relationship Type="http://schemas.openxmlformats.org/officeDocument/2006/relationships/slide" Target="/ppt/slides/slide23.xml" Id="R55ff224b67054396" /><Relationship Type="http://schemas.openxmlformats.org/officeDocument/2006/relationships/slide" Target="/ppt/slides/slide24.xml" Id="R66a7584d9fb04277" /><Relationship Type="http://schemas.openxmlformats.org/officeDocument/2006/relationships/slide" Target="/ppt/slides/slide25.xml" Id="Ra635d0ae9d1e415a" /><Relationship Type="http://schemas.openxmlformats.org/officeDocument/2006/relationships/slide" Target="/ppt/slides/slide26.xml" Id="R1888e7d2bb274913" /><Relationship Type="http://schemas.openxmlformats.org/officeDocument/2006/relationships/slide" Target="/ppt/slides/slide27.xml" Id="R4e2dfa23d6fb4564" /><Relationship Type="http://schemas.openxmlformats.org/officeDocument/2006/relationships/slide" Target="/ppt/slides/slide28.xml" Id="R95927365dd9441e5" /><Relationship Type="http://schemas.openxmlformats.org/officeDocument/2006/relationships/slide" Target="/ppt/slides/slide29.xml" Id="R488cf31872c04df4" /><Relationship Type="http://schemas.openxmlformats.org/officeDocument/2006/relationships/slide" Target="/ppt/slides/slide30.xml" Id="R01ec292397d247f0" /><Relationship Type="http://schemas.openxmlformats.org/officeDocument/2006/relationships/slide" Target="/ppt/slides/slide31.xml" Id="R26d78570f62b44e6" /><Relationship Type="http://schemas.openxmlformats.org/officeDocument/2006/relationships/slide" Target="/ppt/slides/slide32.xml" Id="R8084662f4cc64060" /><Relationship Type="http://schemas.openxmlformats.org/officeDocument/2006/relationships/slide" Target="/ppt/slides/slide33.xml" Id="R233b22ebf7984607" /><Relationship Type="http://schemas.openxmlformats.org/officeDocument/2006/relationships/slide" Target="/ppt/slides/slide34.xml" Id="R0b82f378d1484b30" /><Relationship Type="http://schemas.openxmlformats.org/officeDocument/2006/relationships/slide" Target="/ppt/slides/slide35.xml" Id="R2d6a8fab018443eb" /><Relationship Type="http://schemas.openxmlformats.org/officeDocument/2006/relationships/slide" Target="/ppt/slides/slide36.xml" Id="R845d2029e9d04a9b" /><Relationship Type="http://schemas.openxmlformats.org/officeDocument/2006/relationships/slide" Target="/ppt/slides/slide37.xml" Id="Rbf45eac2ac2b428a" /><Relationship Type="http://schemas.openxmlformats.org/officeDocument/2006/relationships/slide" Target="/ppt/slides/slide38.xml" Id="Rf02d0cc4b9d441e3" /><Relationship Type="http://schemas.openxmlformats.org/officeDocument/2006/relationships/slide" Target="/ppt/slides/slide39.xml" Id="Re0a42ca9dafc4547" /><Relationship Type="http://schemas.openxmlformats.org/officeDocument/2006/relationships/slide" Target="/ppt/slides/slide40.xml" Id="R4dfa9c57d6fd4e30" /><Relationship Type="http://schemas.openxmlformats.org/officeDocument/2006/relationships/slide" Target="/ppt/slides/slide41.xml" Id="Ra0359433ecdb433d" /><Relationship Type="http://schemas.openxmlformats.org/officeDocument/2006/relationships/slide" Target="/ppt/slides/slide42.xml" Id="R2d6a9481075041a0" /><Relationship Type="http://schemas.openxmlformats.org/officeDocument/2006/relationships/slide" Target="/ppt/slides/slide43.xml" Id="Rba2792254d1c4d9a" /><Relationship Type="http://schemas.openxmlformats.org/officeDocument/2006/relationships/slide" Target="/ppt/slides/slide44.xml" Id="R0172d73e131d45f8" /><Relationship Type="http://schemas.openxmlformats.org/officeDocument/2006/relationships/slide" Target="/ppt/slides/slide45.xml" Id="Rfced034441d64a15" /><Relationship Type="http://schemas.openxmlformats.org/officeDocument/2006/relationships/slide" Target="/ppt/slides/slide46.xml" Id="R24a11bdb39d0442b" /><Relationship Type="http://schemas.openxmlformats.org/officeDocument/2006/relationships/slide" Target="/ppt/slides/slide47.xml" Id="Rd089992a6aeb4c8a" /><Relationship Type="http://schemas.openxmlformats.org/officeDocument/2006/relationships/slide" Target="/ppt/slides/slide48.xml" Id="R232b0bbe79e440e9" /><Relationship Type="http://schemas.openxmlformats.org/officeDocument/2006/relationships/slide" Target="/ppt/slides/slide49.xml" Id="R43348add7d9140af" /><Relationship Type="http://schemas.openxmlformats.org/officeDocument/2006/relationships/slide" Target="/ppt/slides/slide50.xml" Id="R85474cbef7b74fc8" /><Relationship Type="http://schemas.openxmlformats.org/officeDocument/2006/relationships/slide" Target="/ppt/slides/slide51.xml" Id="R414cfdffa6de4118" /><Relationship Type="http://schemas.openxmlformats.org/officeDocument/2006/relationships/slide" Target="/ppt/slides/slide52.xml" Id="Rcfb486ad6989452c" /><Relationship Type="http://schemas.openxmlformats.org/officeDocument/2006/relationships/slide" Target="/ppt/slides/slide53.xml" Id="R75f70bcb24434dc0" /><Relationship Type="http://schemas.openxmlformats.org/officeDocument/2006/relationships/slide" Target="/ppt/slides/slide54.xml" Id="Rc8d76f8ed46c4d69" /><Relationship Type="http://schemas.openxmlformats.org/officeDocument/2006/relationships/slide" Target="/ppt/slides/slide55.xml" Id="R97ff8dbe3dbe484c" /><Relationship Type="http://schemas.openxmlformats.org/officeDocument/2006/relationships/slide" Target="/ppt/slides/slide56.xml" Id="R98b121d748964801" /><Relationship Type="http://schemas.openxmlformats.org/officeDocument/2006/relationships/slide" Target="/ppt/slides/slide57.xml" Id="Rf71df1d5868a40de" /><Relationship Type="http://schemas.openxmlformats.org/officeDocument/2006/relationships/slide" Target="/ppt/slides/slide58.xml" Id="R8f9ad85d4d3f4b00" /><Relationship Type="http://schemas.openxmlformats.org/officeDocument/2006/relationships/slide" Target="/ppt/slides/slide59.xml" Id="Ra7ffbc9506a44f72" /><Relationship Type="http://schemas.openxmlformats.org/officeDocument/2006/relationships/slide" Target="/ppt/slides/slide60.xml" Id="R561f322572804f79" /><Relationship Type="http://schemas.openxmlformats.org/officeDocument/2006/relationships/slide" Target="/ppt/slides/slide61.xml" Id="Ra5577d8a3e18490c" /><Relationship Type="http://schemas.openxmlformats.org/officeDocument/2006/relationships/slide" Target="/ppt/slides/slide62.xml" Id="R0328104875b94cc3" /><Relationship Type="http://schemas.openxmlformats.org/officeDocument/2006/relationships/slide" Target="/ppt/slides/slide63.xml" Id="Rd36b1dea2f244568" /><Relationship Type="http://schemas.openxmlformats.org/officeDocument/2006/relationships/slide" Target="/ppt/slides/slide64.xml" Id="R15d22cceb8924ef5" /><Relationship Type="http://schemas.openxmlformats.org/officeDocument/2006/relationships/slide" Target="/ppt/slides/slide65.xml" Id="R3ae9bdb55abe41f9" /><Relationship Type="http://schemas.openxmlformats.org/officeDocument/2006/relationships/slide" Target="/ppt/slides/slide66.xml" Id="R83c0250710d5422e" /><Relationship Type="http://schemas.openxmlformats.org/officeDocument/2006/relationships/slide" Target="/ppt/slides/slide67.xml" Id="R6b5c8ddf81d74e4d" /><Relationship Type="http://schemas.openxmlformats.org/officeDocument/2006/relationships/slide" Target="/ppt/slides/slide68.xml" Id="Ra20ba9e6b7484c74" /><Relationship Type="http://schemas.openxmlformats.org/officeDocument/2006/relationships/slide" Target="/ppt/slides/slide69.xml" Id="R106016cc00544dc4" /><Relationship Type="http://schemas.openxmlformats.org/officeDocument/2006/relationships/slide" Target="/ppt/slides/slide70.xml" Id="Rb597869172bd4ff9" /><Relationship Type="http://schemas.openxmlformats.org/officeDocument/2006/relationships/slide" Target="/ppt/slides/slide71.xml" Id="R0a860a5b708948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1d94f4b62d848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ca37cb175e4ee2" /><Relationship Type="http://schemas.openxmlformats.org/officeDocument/2006/relationships/notesMaster" Target="/ppt/notesMasters/notesMaster1.xml" Id="Rc3aa189176e8463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ebb93e554364899" /><Relationship Type="http://schemas.openxmlformats.org/officeDocument/2006/relationships/notesMaster" Target="/ppt/notesMasters/notesMaster1.xml" Id="Rcfa9bdb6f7584d1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0cf308800e4c0b" /><Relationship Type="http://schemas.openxmlformats.org/officeDocument/2006/relationships/notesMaster" Target="/ppt/notesMasters/notesMaster1.xml" Id="R5735fd4bc8ba44b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b63f0aa03c54f47" /><Relationship Type="http://schemas.openxmlformats.org/officeDocument/2006/relationships/notesMaster" Target="/ppt/notesMasters/notesMaster1.xml" Id="Rb414e3acd477431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5619cb701ba4354" /><Relationship Type="http://schemas.openxmlformats.org/officeDocument/2006/relationships/notesMaster" Target="/ppt/notesMasters/notesMaster1.xml" Id="R7fe75c10cf9346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70b0b89277f4de5" /><Relationship Type="http://schemas.openxmlformats.org/officeDocument/2006/relationships/notesMaster" Target="/ppt/notesMasters/notesMaster1.xml" Id="Re48dc76b69f944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cfc7ec9cf94db4" /><Relationship Type="http://schemas.openxmlformats.org/officeDocument/2006/relationships/notesMaster" Target="/ppt/notesMasters/notesMaster1.xml" Id="Rb6cf3ef39b534f5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6b3d424d254d4a" /><Relationship Type="http://schemas.openxmlformats.org/officeDocument/2006/relationships/notesMaster" Target="/ppt/notesMasters/notesMaster1.xml" Id="R85303d489da540e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8de2eebd844c98" /><Relationship Type="http://schemas.openxmlformats.org/officeDocument/2006/relationships/notesMaster" Target="/ppt/notesMasters/notesMaster1.xml" Id="Re0512a1444214dd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be424c8449f49da" /><Relationship Type="http://schemas.openxmlformats.org/officeDocument/2006/relationships/notesMaster" Target="/ppt/notesMasters/notesMaster1.xml" Id="R3de3e3a0863c400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9396740cbf4f27" /><Relationship Type="http://schemas.openxmlformats.org/officeDocument/2006/relationships/notesMaster" Target="/ppt/notesMasters/notesMaster1.xml" Id="Rbb494c51fd38486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5668cee4c7043d1" /><Relationship Type="http://schemas.openxmlformats.org/officeDocument/2006/relationships/notesMaster" Target="/ppt/notesMasters/notesMaster1.xml" Id="R2ed6e481d9ba44d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edf437265e54a90" /><Relationship Type="http://schemas.openxmlformats.org/officeDocument/2006/relationships/notesMaster" Target="/ppt/notesMasters/notesMaster1.xml" Id="R53a141d0836b416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e0ede8256284eb2" /><Relationship Type="http://schemas.openxmlformats.org/officeDocument/2006/relationships/notesMaster" Target="/ppt/notesMasters/notesMaster1.xml" Id="R04fc5eb0f43444a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be28334282a43c2" /><Relationship Type="http://schemas.openxmlformats.org/officeDocument/2006/relationships/notesMaster" Target="/ppt/notesMasters/notesMaster1.xml" Id="R76de461ca6f94d7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4aa50f2e0db4a24" /><Relationship Type="http://schemas.openxmlformats.org/officeDocument/2006/relationships/notesMaster" Target="/ppt/notesMasters/notesMaster1.xml" Id="R17d18a4ffa8e49a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c00c418356c4c2f" /><Relationship Type="http://schemas.openxmlformats.org/officeDocument/2006/relationships/notesMaster" Target="/ppt/notesMasters/notesMaster1.xml" Id="Rb576228db8014b8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f144a642a574902" /><Relationship Type="http://schemas.openxmlformats.org/officeDocument/2006/relationships/notesMaster" Target="/ppt/notesMasters/notesMaster1.xml" Id="R56b1f77e2a05401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161aa71d13946e4" /><Relationship Type="http://schemas.openxmlformats.org/officeDocument/2006/relationships/notesMaster" Target="/ppt/notesMasters/notesMaster1.xml" Id="R8e2f2786cbf7446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cbc3ea59f304e31" /><Relationship Type="http://schemas.openxmlformats.org/officeDocument/2006/relationships/notesMaster" Target="/ppt/notesMasters/notesMaster1.xml" Id="Rff697792b6614ff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e02ea0a17e148cc" /><Relationship Type="http://schemas.openxmlformats.org/officeDocument/2006/relationships/notesMaster" Target="/ppt/notesMasters/notesMaster1.xml" Id="R3db56fba70694e5a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64bdbf325a7c4278" /><Relationship Type="http://schemas.openxmlformats.org/officeDocument/2006/relationships/notesMaster" Target="/ppt/notesMasters/notesMaster1.xml" Id="Rffcbcc843aa84f3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c6033f8f34d24ddd" /><Relationship Type="http://schemas.openxmlformats.org/officeDocument/2006/relationships/notesMaster" Target="/ppt/notesMasters/notesMaster1.xml" Id="R4402079f84ef452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7b80df02fb814a29" /><Relationship Type="http://schemas.openxmlformats.org/officeDocument/2006/relationships/notesMaster" Target="/ppt/notesMasters/notesMaster1.xml" Id="Rb461d2a9c4df43d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eff6d287f9d4630" /><Relationship Type="http://schemas.openxmlformats.org/officeDocument/2006/relationships/notesMaster" Target="/ppt/notesMasters/notesMaster1.xml" Id="R9f1444c3f5b247a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d90e4950c4f481f" /><Relationship Type="http://schemas.openxmlformats.org/officeDocument/2006/relationships/notesMaster" Target="/ppt/notesMasters/notesMaster1.xml" Id="R9aa504153b684d1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d7de32c5bb24e24" /><Relationship Type="http://schemas.openxmlformats.org/officeDocument/2006/relationships/notesMaster" Target="/ppt/notesMasters/notesMaster1.xml" Id="Re378e25a7f464aa1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f93302e8618142a2" /><Relationship Type="http://schemas.openxmlformats.org/officeDocument/2006/relationships/notesMaster" Target="/ppt/notesMasters/notesMaster1.xml" Id="R480ce0af28d84c4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1e96e92cf57c4a9d" /><Relationship Type="http://schemas.openxmlformats.org/officeDocument/2006/relationships/notesMaster" Target="/ppt/notesMasters/notesMaster1.xml" Id="Rf824efaef018417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4c82755e4c2343fa" /><Relationship Type="http://schemas.openxmlformats.org/officeDocument/2006/relationships/notesMaster" Target="/ppt/notesMasters/notesMaster1.xml" Id="R4793276b82514da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9a8d04ce382c4869" /><Relationship Type="http://schemas.openxmlformats.org/officeDocument/2006/relationships/notesMaster" Target="/ppt/notesMasters/notesMaster1.xml" Id="R8e58a9d650bd4e1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9ab3215b66df450d" /><Relationship Type="http://schemas.openxmlformats.org/officeDocument/2006/relationships/notesMaster" Target="/ppt/notesMasters/notesMaster1.xml" Id="Ra85009d71ff4486c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c630f4e4dbf7499f" /><Relationship Type="http://schemas.openxmlformats.org/officeDocument/2006/relationships/notesMaster" Target="/ppt/notesMasters/notesMaster1.xml" Id="Rf765548b3aed471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aa63c6b68094e44" /><Relationship Type="http://schemas.openxmlformats.org/officeDocument/2006/relationships/notesMaster" Target="/ppt/notesMasters/notesMaster1.xml" Id="Ra6a3dde46fb24160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1a04102d2c64854" /><Relationship Type="http://schemas.openxmlformats.org/officeDocument/2006/relationships/notesMaster" Target="/ppt/notesMasters/notesMaster1.xml" Id="Re94f3137633d44a7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7692456a4ae540b9" /><Relationship Type="http://schemas.openxmlformats.org/officeDocument/2006/relationships/notesMaster" Target="/ppt/notesMasters/notesMaster1.xml" Id="R15d9e54e64e2469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40bc8fcb0a24d5e" /><Relationship Type="http://schemas.openxmlformats.org/officeDocument/2006/relationships/notesMaster" Target="/ppt/notesMasters/notesMaster1.xml" Id="R071998d220e745a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6303ad4ef4264575" /><Relationship Type="http://schemas.openxmlformats.org/officeDocument/2006/relationships/notesMaster" Target="/ppt/notesMasters/notesMaster1.xml" Id="R1bff8417fb1d4a3d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1a3719c100594979" /><Relationship Type="http://schemas.openxmlformats.org/officeDocument/2006/relationships/notesMaster" Target="/ppt/notesMasters/notesMaster1.xml" Id="R0bd5bd27fdb54eee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5148ecf196164382" /><Relationship Type="http://schemas.openxmlformats.org/officeDocument/2006/relationships/notesMaster" Target="/ppt/notesMasters/notesMaster1.xml" Id="R0385bfe0f5714903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1b9471796f3e4fc7" /><Relationship Type="http://schemas.openxmlformats.org/officeDocument/2006/relationships/notesMaster" Target="/ppt/notesMasters/notesMaster1.xml" Id="R454a52cfb9434c91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be4c5e63bcec49c7" /><Relationship Type="http://schemas.openxmlformats.org/officeDocument/2006/relationships/notesMaster" Target="/ppt/notesMasters/notesMaster1.xml" Id="Rbcaf4d109fae410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eb4fc7fa7e894711" /><Relationship Type="http://schemas.openxmlformats.org/officeDocument/2006/relationships/notesMaster" Target="/ppt/notesMasters/notesMaster1.xml" Id="R045d80833f7c41d3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2656d934f66a482f" /><Relationship Type="http://schemas.openxmlformats.org/officeDocument/2006/relationships/notesMaster" Target="/ppt/notesMasters/notesMaster1.xml" Id="Raccd4f3ad0434187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469258fff8274cbf" /><Relationship Type="http://schemas.openxmlformats.org/officeDocument/2006/relationships/notesMaster" Target="/ppt/notesMasters/notesMaster1.xml" Id="R60253722390442e0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f81666a985ab40f1" /><Relationship Type="http://schemas.openxmlformats.org/officeDocument/2006/relationships/notesMaster" Target="/ppt/notesMasters/notesMaster1.xml" Id="Rece95e053a844e9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55b65dbe9e744e42" /><Relationship Type="http://schemas.openxmlformats.org/officeDocument/2006/relationships/notesMaster" Target="/ppt/notesMasters/notesMaster1.xml" Id="R5b79fa3bb12d46fd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89f7cdbafe234cd9" /><Relationship Type="http://schemas.openxmlformats.org/officeDocument/2006/relationships/notesMaster" Target="/ppt/notesMasters/notesMaster1.xml" Id="R03c2be0630d04ae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2ad6a84930834b8c" /><Relationship Type="http://schemas.openxmlformats.org/officeDocument/2006/relationships/notesMaster" Target="/ppt/notesMasters/notesMaster1.xml" Id="R9865adb24637499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fbe9b29c8212433b" /><Relationship Type="http://schemas.openxmlformats.org/officeDocument/2006/relationships/notesMaster" Target="/ppt/notesMasters/notesMaster1.xml" Id="R2a531f71eec14b72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3814a35b8b284fc5" /><Relationship Type="http://schemas.openxmlformats.org/officeDocument/2006/relationships/notesMaster" Target="/ppt/notesMasters/notesMaster1.xml" Id="R91c384c7edca4b00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697ef1e57ead4266" /><Relationship Type="http://schemas.openxmlformats.org/officeDocument/2006/relationships/notesMaster" Target="/ppt/notesMasters/notesMaster1.xml" Id="R67fccad2b0fb4f6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a301b0f1d56d4ebd" /><Relationship Type="http://schemas.openxmlformats.org/officeDocument/2006/relationships/notesMaster" Target="/ppt/notesMasters/notesMaster1.xml" Id="Rebcc13b1d6f04eb9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0013e65e986f48af" /><Relationship Type="http://schemas.openxmlformats.org/officeDocument/2006/relationships/notesMaster" Target="/ppt/notesMasters/notesMaster1.xml" Id="R97b171f3611e4850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c59c4eded6ee4ab1" /><Relationship Type="http://schemas.openxmlformats.org/officeDocument/2006/relationships/notesMaster" Target="/ppt/notesMasters/notesMaster1.xml" Id="Rdb7b1be411c846b4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7978edddd7264d2f" /><Relationship Type="http://schemas.openxmlformats.org/officeDocument/2006/relationships/notesMaster" Target="/ppt/notesMasters/notesMaster1.xml" Id="R3f2732a9cf0e43eb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a2fb96569cfb4854" /><Relationship Type="http://schemas.openxmlformats.org/officeDocument/2006/relationships/notesMaster" Target="/ppt/notesMasters/notesMaster1.xml" Id="R506d6eaef0b74b41" /></Relationships>
</file>

<file path=ppt/notesSlides/_rels/notesSlide58.xml.rels>&#65279;<?xml version="1.0" encoding="utf-8"?><Relationships xmlns="http://schemas.openxmlformats.org/package/2006/relationships"><Relationship Type="http://schemas.openxmlformats.org/officeDocument/2006/relationships/slide" Target="/ppt/slides/slide58.xml" Id="R8776fdd574d44149" /><Relationship Type="http://schemas.openxmlformats.org/officeDocument/2006/relationships/notesMaster" Target="/ppt/notesMasters/notesMaster1.xml" Id="R04f1b688c7844752" /></Relationships>
</file>

<file path=ppt/notesSlides/_rels/notesSlide59.xml.rels>&#65279;<?xml version="1.0" encoding="utf-8"?><Relationships xmlns="http://schemas.openxmlformats.org/package/2006/relationships"><Relationship Type="http://schemas.openxmlformats.org/officeDocument/2006/relationships/slide" Target="/ppt/slides/slide59.xml" Id="R7e2cb646e8e549a1" /><Relationship Type="http://schemas.openxmlformats.org/officeDocument/2006/relationships/notesMaster" Target="/ppt/notesMasters/notesMaster1.xml" Id="R03dcbd7c7f864f91" /></Relationships>
</file>

<file path=ppt/notesSlides/_rels/notesSlide60.xml.rels>&#65279;<?xml version="1.0" encoding="utf-8"?><Relationships xmlns="http://schemas.openxmlformats.org/package/2006/relationships"><Relationship Type="http://schemas.openxmlformats.org/officeDocument/2006/relationships/slide" Target="/ppt/slides/slide60.xml" Id="Ra3a86f5706b04e67" /><Relationship Type="http://schemas.openxmlformats.org/officeDocument/2006/relationships/notesMaster" Target="/ppt/notesMasters/notesMaster1.xml" Id="R67a95bd182304300" /></Relationships>
</file>

<file path=ppt/notesSlides/_rels/notesSlide61.xml.rels>&#65279;<?xml version="1.0" encoding="utf-8"?><Relationships xmlns="http://schemas.openxmlformats.org/package/2006/relationships"><Relationship Type="http://schemas.openxmlformats.org/officeDocument/2006/relationships/slide" Target="/ppt/slides/slide61.xml" Id="R83dc677a1a5c4005" /><Relationship Type="http://schemas.openxmlformats.org/officeDocument/2006/relationships/notesMaster" Target="/ppt/notesMasters/notesMaster1.xml" Id="R2e3c73e34bb84ccc" /></Relationships>
</file>

<file path=ppt/notesSlides/_rels/notesSlide62.xml.rels>&#65279;<?xml version="1.0" encoding="utf-8"?><Relationships xmlns="http://schemas.openxmlformats.org/package/2006/relationships"><Relationship Type="http://schemas.openxmlformats.org/officeDocument/2006/relationships/slide" Target="/ppt/slides/slide62.xml" Id="Rfc47267c9d1844d3" /><Relationship Type="http://schemas.openxmlformats.org/officeDocument/2006/relationships/notesMaster" Target="/ppt/notesMasters/notesMaster1.xml" Id="R5247a0525fb84238" /></Relationships>
</file>

<file path=ppt/notesSlides/_rels/notesSlide63.xml.rels>&#65279;<?xml version="1.0" encoding="utf-8"?><Relationships xmlns="http://schemas.openxmlformats.org/package/2006/relationships"><Relationship Type="http://schemas.openxmlformats.org/officeDocument/2006/relationships/slide" Target="/ppt/slides/slide63.xml" Id="R8c66e33f7a68469b" /><Relationship Type="http://schemas.openxmlformats.org/officeDocument/2006/relationships/notesMaster" Target="/ppt/notesMasters/notesMaster1.xml" Id="R921b9406dbb44e6f" /></Relationships>
</file>

<file path=ppt/notesSlides/_rels/notesSlide64.xml.rels>&#65279;<?xml version="1.0" encoding="utf-8"?><Relationships xmlns="http://schemas.openxmlformats.org/package/2006/relationships"><Relationship Type="http://schemas.openxmlformats.org/officeDocument/2006/relationships/slide" Target="/ppt/slides/slide64.xml" Id="R1b521de8d4ca4ab8" /><Relationship Type="http://schemas.openxmlformats.org/officeDocument/2006/relationships/notesMaster" Target="/ppt/notesMasters/notesMaster1.xml" Id="R3a9418a9c2f943a8" /></Relationships>
</file>

<file path=ppt/notesSlides/_rels/notesSlide65.xml.rels>&#65279;<?xml version="1.0" encoding="utf-8"?><Relationships xmlns="http://schemas.openxmlformats.org/package/2006/relationships"><Relationship Type="http://schemas.openxmlformats.org/officeDocument/2006/relationships/slide" Target="/ppt/slides/slide65.xml" Id="Rffb282c1a69944d6" /><Relationship Type="http://schemas.openxmlformats.org/officeDocument/2006/relationships/notesMaster" Target="/ppt/notesMasters/notesMaster1.xml" Id="Rad930571d4c64112" /></Relationships>
</file>

<file path=ppt/notesSlides/_rels/notesSlide66.xml.rels>&#65279;<?xml version="1.0" encoding="utf-8"?><Relationships xmlns="http://schemas.openxmlformats.org/package/2006/relationships"><Relationship Type="http://schemas.openxmlformats.org/officeDocument/2006/relationships/slide" Target="/ppt/slides/slide66.xml" Id="R63cf2f075bd349ef" /><Relationship Type="http://schemas.openxmlformats.org/officeDocument/2006/relationships/notesMaster" Target="/ppt/notesMasters/notesMaster1.xml" Id="R064d2766f52041ea" /></Relationships>
</file>

<file path=ppt/notesSlides/_rels/notesSlide67.xml.rels>&#65279;<?xml version="1.0" encoding="utf-8"?><Relationships xmlns="http://schemas.openxmlformats.org/package/2006/relationships"><Relationship Type="http://schemas.openxmlformats.org/officeDocument/2006/relationships/slide" Target="/ppt/slides/slide67.xml" Id="R12af71fcd2804059" /><Relationship Type="http://schemas.openxmlformats.org/officeDocument/2006/relationships/notesMaster" Target="/ppt/notesMasters/notesMaster1.xml" Id="R8dd960df354042ae" /></Relationships>
</file>

<file path=ppt/notesSlides/_rels/notesSlide68.xml.rels>&#65279;<?xml version="1.0" encoding="utf-8"?><Relationships xmlns="http://schemas.openxmlformats.org/package/2006/relationships"><Relationship Type="http://schemas.openxmlformats.org/officeDocument/2006/relationships/slide" Target="/ppt/slides/slide68.xml" Id="Rfcbc3f1b6ca649e7" /><Relationship Type="http://schemas.openxmlformats.org/officeDocument/2006/relationships/notesMaster" Target="/ppt/notesMasters/notesMaster1.xml" Id="R0d7213edc53c4fb2" /></Relationships>
</file>

<file path=ppt/notesSlides/_rels/notesSlide69.xml.rels>&#65279;<?xml version="1.0" encoding="utf-8"?><Relationships xmlns="http://schemas.openxmlformats.org/package/2006/relationships"><Relationship Type="http://schemas.openxmlformats.org/officeDocument/2006/relationships/slide" Target="/ppt/slides/slide69.xml" Id="Rc3055da7d352473b" /><Relationship Type="http://schemas.openxmlformats.org/officeDocument/2006/relationships/notesMaster" Target="/ppt/notesMasters/notesMaster1.xml" Id="Rea0483dd8f9f4180" /></Relationships>
</file>

<file path=ppt/notesSlides/_rels/notesSlide70.xml.rels>&#65279;<?xml version="1.0" encoding="utf-8"?><Relationships xmlns="http://schemas.openxmlformats.org/package/2006/relationships"><Relationship Type="http://schemas.openxmlformats.org/officeDocument/2006/relationships/slide" Target="/ppt/slides/slide70.xml" Id="R63ee2be207424aa8" /><Relationship Type="http://schemas.openxmlformats.org/officeDocument/2006/relationships/notesMaster" Target="/ppt/notesMasters/notesMaster1.xml" Id="R360a3a18aba7420b" /></Relationships>
</file>

<file path=ppt/notesSlides/_rels/notesSlide71.xml.rels>&#65279;<?xml version="1.0" encoding="utf-8"?><Relationships xmlns="http://schemas.openxmlformats.org/package/2006/relationships"><Relationship Type="http://schemas.openxmlformats.org/officeDocument/2006/relationships/slide" Target="/ppt/slides/slide71.xml" Id="R109646c2ff5240b8" /><Relationship Type="http://schemas.openxmlformats.org/officeDocument/2006/relationships/notesMaster" Target="/ppt/notesMasters/notesMaster1.xml" Id="Rd33aa3ea253e404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/Users/keivn/Project/AI-Course/准备材料/参考课程/知乎AI课程/正课/27.【测试与数据】大模型产品开发中的数据准备与反馈闭环.pdf（参考页：14–16、25）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/Users/keivn/Project/AI-Course/准备材料/参考课程/知乎AI课程/正课/27.【测试与数据】大模型产品开发中的数据准备与反馈闭环.pdf（参考页：25–27）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/Users/keivn/Project/AI-Course/准备材料/参考课程/知乎AI课程/正课/27.【测试与数据】大模型产品开发中的数据准备与反馈闭环.pdf（参考页：27–29）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/Users/keivn/Project/AI-Course/准备材料/参考课程/知乎AI课程/正课/27.【测试与数据】大模型产品开发中的数据准备与反馈闭环.pdf（参考页：9、24、72）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/Users/keivn/Project/AI-Course/准备材料/参考课程/知乎AI课程/正课/27.【测试与数据】大模型产品开发中的数据准备与反馈闭环.pdf（参考页：17、20）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/Users/keivn/Project/AI-Course/准备材料/参考课程/知乎AI课程/正课/27.【测试与数据】大模型产品开发中的数据准备与反馈闭环.pdf（参考页：23–24）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/Users/keivn/Project/AI-Course/准备材料/参考课程/知乎AI课程/正课/27.【测试与数据】大模型产品开发中的数据准备与反馈闭环.pdf（参考页：29）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/Users/keivn/Project/AI-Course/准备材料/参考课程/知乎AI课程/正课/27.【测试与数据】大模型产品开发中的数据准备与反馈闭环.pdf（参考页：46–50）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/Users/keivn/Project/AI-Course/准备材料/参考课程/知乎AI课程/正课/27.【测试与数据】大模型产品开发中的数据准备与反馈闭环.pdf（参考页：47、54）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/Users/keivn/Project/AI-Course/准备材料/参考课程/知乎AI课程/正课/27.【测试与数据】大模型产品开发中的数据准备与反馈闭环.pdf（参考页：47–50）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/Users/keivn/Project/AI-Course/准备材料/参考课程/知乎AI课程/正课/27.【测试与数据】大模型产品开发中的数据准备与反馈闭环.pdf（参考页：47–49）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/Users/keivn/Project/AI-Course/准备材料/参考课程/知乎AI课程/正课/27.【测试与数据】大模型产品开发中的数据准备与反馈闭环.pdf（参考页：31、33）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/Users/keivn/Project/AI-Course/准备材料/参考课程/知乎AI课程/正课/27.【测试与数据】大模型产品开发中的数据准备与反馈闭环.pdf（参考页：34–38）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/Users/keivn/Project/AI-Course/准备材料/参考课程/知乎AI课程/正课/27.【测试与数据】大模型产品开发中的数据准备与反馈闭环.pdf（参考页：40–41）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/Users/keivn/Project/AI-Course/准备材料/参考课程/知乎AI课程/正课/27.【测试与数据】大模型产品开发中的数据准备与反馈闭环.pdf（参考页：42、49）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/Users/keivn/Project/AI-Course/准备材料/参考课程/知乎AI课程/正课/27.【测试与数据】大模型产品开发中的数据准备与反馈闭环.pdf（参考页：42、49）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/Users/keivn/Project/AI-Course/准备材料/参考课程/知乎AI课程/正课/27.【测试与数据】大模型产品开发中的数据准备与反馈闭环.pdf（参考页：31–42）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/Users/keivn/Project/AI-Course/准备材料/参考课程/知乎AI课程/正课/27.【测试与数据】大模型产品开发中的数据准备与反馈闭环.pdf（参考页：49、55–57）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/Users/keivn/Project/AI-Course/准备材料/参考课程/知乎AI课程/正课/27.【测试与数据】大模型产品开发中的数据准备与反馈闭环.pdf（参考页：49、59）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/Users/keivn/Project/AI-Course/准备材料/参考课程/知乎AI课程/正课/27.【测试与数据】大模型产品开发中的数据准备与反馈闭环.pdf（参考页：44–45）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/Users/keivn/Project/AI-Course/准备材料/参考课程/知乎AI课程/正课/27.【测试与数据】大模型产品开发中的数据准备与反馈闭环.pdf（参考页：49）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/Users/keivn/Project/AI-Course/准备材料/参考课程/知乎AI课程/正课/27.【测试与数据】大模型产品开发中的数据准备与反馈闭环.pdf（参考页：51–52）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/Users/keivn/Project/AI-Course/准备材料/参考课程/知乎AI课程/正课/27.【测试与数据】大模型产品开发中的数据准备与反馈闭环.pdf（参考页：55–57）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/Users/keivn/Project/AI-Course/准备材料/参考课程/知乎AI课程/正课/27.【测试与数据】大模型产品开发中的数据准备与反馈闭环.pdf（参考页：55–57）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/Users/keivn/Project/AI-Course/准备材料/参考课程/知乎AI课程/正课/27.【测试与数据】大模型产品开发中的数据准备与反馈闭环.pdf（参考页：58）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/Users/keivn/Project/AI-Course/准备材料/参考课程/知乎AI课程/正课/27.【测试与数据】大模型产品开发中的数据准备与反馈闭环.pdf（参考页：60–62）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/Users/keivn/Project/AI-Course/准备材料/参考课程/知乎AI课程/正课/27.【测试与数据】大模型产品开发中的数据准备与反馈闭环.pdf（参考页：60–62）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/Users/keivn/Project/AI-Course/准备材料/参考课程/知乎AI课程/正课/27.【测试与数据】大模型产品开发中的数据准备与反馈闭环.pdf（参考页：65–66）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/Users/keivn/Project/AI-Course/准备材料/参考课程/知乎AI课程/正课/27.【测试与数据】大模型产品开发中的数据准备与反馈闭环.pdf（参考页：67–71）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/Users/keivn/Project/AI-Course/准备材料/参考课程/知乎AI课程/正课/27.【测试与数据】大模型产品开发中的数据准备与反馈闭环.pdf（参考页：72、85–95）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/Users/keivn/Project/AI-Course/准备材料/参考课程/知乎AI课程/正课/27.【测试与数据】大模型产品开发中的数据准备与反馈闭环.pdf（参考页：85–86）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/Users/keivn/Project/AI-Course/准备材料/参考课程/知乎AI课程/正课/27.【测试与数据】大模型产品开发中的数据准备与反馈闭环.pdf（参考页：85–95）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/Users/keivn/Project/AI-Course/准备材料/参考课程/知乎AI课程/正课/27.【测试与数据】大模型产品开发中的数据准备与反馈闭环.pdf（参考页：91–95）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/Users/keivn/Project/AI-Course/准备材料/参考课程/知乎AI课程/正课/27.【测试与数据】大模型产品开发中的数据准备与反馈闭环.pdf（参考页：60–63、91–95）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/Users/keivn/Project/AI-Course/准备材料/参考课程/知乎AI课程/正课/27.【测试与数据】大模型产品开发中的数据准备与反馈闭环.pdf（参考页：72–90）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/Users/keivn/Project/AI-Course/准备材料/参考课程/知乎AI课程/正课/27.【测试与数据】大模型产品开发中的数据准备与反馈闭环.pdf（参考页：74–75）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/Users/keivn/Project/AI-Course/准备材料/参考课程/知乎AI课程/正课/27.【测试与数据】大模型产品开发中的数据准备与反馈闭环.pdf（参考页：77–79）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/Users/keivn/Project/AI-Course/准备材料/参考课程/知乎AI课程/正课/27.【测试与数据】大模型产品开发中的数据准备与反馈闭环.pdf（参考页：80–81）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/Users/keivn/Project/AI-Course/准备材料/参考课程/知乎AI课程/正课/27.【测试与数据】大模型产品开发中的数据准备与反馈闭环.pdf（参考页：82–83）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/Users/keivn/Project/AI-Course/准备材料/参考课程/知乎AI课程/正课/27.【测试与数据】大模型产品开发中的数据准备与反馈闭环.pdf（参考页：84）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/Users/keivn/Project/AI-Course/准备材料/参考课程/知乎AI课程/正课/27.【测试与数据】大模型产品开发中的数据准备与反馈闭环.pdf（参考页：87–90）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/Users/keivn/Project/AI-Course/准备材料/参考课程/知乎AI课程/正课/27.【测试与数据】大模型产品开发中的数据准备与反馈闭环.pdf（参考页：76）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/Users/keivn/Project/AI-Course/准备材料/参考课程/知乎AI课程/正课/27.【测试与数据】大模型产品开发中的数据准备与反馈闭环.pdf（参考页：102–112）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/Users/keivn/Project/AI-Course/准备材料/参考课程/知乎AI课程/正课/27.【测试与数据】大模型产品开发中的数据准备与反馈闭环.pdf（参考页：60–63、72–101）</a:t>
            </a:r>
          </a:p>
          <a:p xmlns:a="http://schemas.openxmlformats.org/drawingml/2006/main">
            <a:r>
              <a:t>- /Users/keivn/Project/AI-Course/准备材料/参考课程/知乎AI课程/正课/录音/27.【测试与数据】大模型产品开发中的数据准备与反馈闭环_原文.docx</a:t>
            </a:r>
          </a:p>
          <a:p xmlns:a="http://schemas.openxmlformats.org/drawingml/2006/main">
            <a:r>
              <a:t>- /Users/keivn/Project/AI-Course/课程生产/第一阶段/第09课_AI产品测试、指标与Bad Case_重做工作区/第09课_课程设计与老师稿.md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e6c81e032fb4ee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13ad4f417394df6" /><Relationship Type="http://schemas.openxmlformats.org/officeDocument/2006/relationships/slideLayout" Target="/ppt/slideLayouts/slideLayout1.xml" Id="Re9851992be464c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9851992be464c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db1c9b2b264f55" /><Relationship Type="http://schemas.openxmlformats.org/officeDocument/2006/relationships/notesSlide" Target="/ppt/notesSlides/notesSlide1.xml" Id="R72c3dd852868449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1de54dd2744ada" /><Relationship Type="http://schemas.openxmlformats.org/officeDocument/2006/relationships/notesSlide" Target="/ppt/notesSlides/notesSlide2.xml" Id="R4fb978b392dc46c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20b6d1b8c549b0" /><Relationship Type="http://schemas.openxmlformats.org/officeDocument/2006/relationships/notesSlide" Target="/ppt/notesSlides/notesSlide3.xml" Id="R893c9dfe7aaa40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db607e80744783" /><Relationship Type="http://schemas.openxmlformats.org/officeDocument/2006/relationships/notesSlide" Target="/ppt/notesSlides/notesSlide4.xml" Id="Rd553d36e3fc1460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2c9c567214c07" /><Relationship Type="http://schemas.openxmlformats.org/officeDocument/2006/relationships/notesSlide" Target="/ppt/notesSlides/notesSlide5.xml" Id="R17098d1e7ade4d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7f8ebea4004e39" /><Relationship Type="http://schemas.openxmlformats.org/officeDocument/2006/relationships/notesSlide" Target="/ppt/notesSlides/notesSlide6.xml" Id="R78eb880e0adb40c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e8d1d3709f4d17" /><Relationship Type="http://schemas.openxmlformats.org/officeDocument/2006/relationships/notesSlide" Target="/ppt/notesSlides/notesSlide7.xml" Id="Ra500bcade87c4e5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4cb9c88f04f12" /><Relationship Type="http://schemas.openxmlformats.org/officeDocument/2006/relationships/notesSlide" Target="/ppt/notesSlides/notesSlide8.xml" Id="R27614987ae314e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5ccaa0aa44e8f" /><Relationship Type="http://schemas.openxmlformats.org/officeDocument/2006/relationships/notesSlide" Target="/ppt/notesSlides/notesSlide9.xml" Id="R41e97e73568841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a94a4d3c8549e9" /><Relationship Type="http://schemas.openxmlformats.org/officeDocument/2006/relationships/notesSlide" Target="/ppt/notesSlides/notesSlide10.xml" Id="R1d6dc8016a034e5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a50129817a449b" /><Relationship Type="http://schemas.openxmlformats.org/officeDocument/2006/relationships/notesSlide" Target="/ppt/notesSlides/notesSlide11.xml" Id="R16613337c9e5453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f2e950e4474533" /><Relationship Type="http://schemas.openxmlformats.org/officeDocument/2006/relationships/notesSlide" Target="/ppt/notesSlides/notesSlide12.xml" Id="R8f442006b14c4f0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aae95270f404d" /><Relationship Type="http://schemas.openxmlformats.org/officeDocument/2006/relationships/notesSlide" Target="/ppt/notesSlides/notesSlide13.xml" Id="Ref11f224d6b741c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41ca261a69427a" /><Relationship Type="http://schemas.openxmlformats.org/officeDocument/2006/relationships/notesSlide" Target="/ppt/notesSlides/notesSlide14.xml" Id="R5641bce8272f493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1c0f8adca240db" /><Relationship Type="http://schemas.openxmlformats.org/officeDocument/2006/relationships/notesSlide" Target="/ppt/notesSlides/notesSlide15.xml" Id="R8d4833d3b9894ad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4b0a3bc56c47bc" /><Relationship Type="http://schemas.openxmlformats.org/officeDocument/2006/relationships/notesSlide" Target="/ppt/notesSlides/notesSlide16.xml" Id="Rbf526ec406c2414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189e2a74b14a86" /><Relationship Type="http://schemas.openxmlformats.org/officeDocument/2006/relationships/notesSlide" Target="/ppt/notesSlides/notesSlide17.xml" Id="Re345d222fad2475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cfcf539a8f45c0" /><Relationship Type="http://schemas.openxmlformats.org/officeDocument/2006/relationships/notesSlide" Target="/ppt/notesSlides/notesSlide18.xml" Id="R530ef4b8642e46b3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264df2d63e4718" /><Relationship Type="http://schemas.openxmlformats.org/officeDocument/2006/relationships/notesSlide" Target="/ppt/notesSlides/notesSlide19.xml" Id="Rdceeb5b6ca20418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058a363ee34f8e" /><Relationship Type="http://schemas.openxmlformats.org/officeDocument/2006/relationships/notesSlide" Target="/ppt/notesSlides/notesSlide20.xml" Id="Reb4c9070d5e2411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7bf1d999d448df" /><Relationship Type="http://schemas.openxmlformats.org/officeDocument/2006/relationships/notesSlide" Target="/ppt/notesSlides/notesSlide21.xml" Id="Re8f39add99e94f0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3681eae29e4801" /><Relationship Type="http://schemas.openxmlformats.org/officeDocument/2006/relationships/notesSlide" Target="/ppt/notesSlides/notesSlide22.xml" Id="R93e6e0d7a6874799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94088eb7884936" /><Relationship Type="http://schemas.openxmlformats.org/officeDocument/2006/relationships/notesSlide" Target="/ppt/notesSlides/notesSlide23.xml" Id="Rbef0e0b2f32046a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da16223e442ae" /><Relationship Type="http://schemas.openxmlformats.org/officeDocument/2006/relationships/notesSlide" Target="/ppt/notesSlides/notesSlide24.xml" Id="Rfbb3cedf63954503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b3a5de2dde4d6e" /><Relationship Type="http://schemas.openxmlformats.org/officeDocument/2006/relationships/notesSlide" Target="/ppt/notesSlides/notesSlide25.xml" Id="Rbf820812f41c4530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d5b4f092e4814" /><Relationship Type="http://schemas.openxmlformats.org/officeDocument/2006/relationships/notesSlide" Target="/ppt/notesSlides/notesSlide26.xml" Id="R01a5438228a94baa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a047f86bf84cf7" /><Relationship Type="http://schemas.openxmlformats.org/officeDocument/2006/relationships/notesSlide" Target="/ppt/notesSlides/notesSlide27.xml" Id="R1e126b23ae614ed8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42bc895f9044a9" /><Relationship Type="http://schemas.openxmlformats.org/officeDocument/2006/relationships/notesSlide" Target="/ppt/notesSlides/notesSlide28.xml" Id="R38b815b6a919460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2af3d8f5764910" /><Relationship Type="http://schemas.openxmlformats.org/officeDocument/2006/relationships/notesSlide" Target="/ppt/notesSlides/notesSlide29.xml" Id="R0e0ba7f3682b47bb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5ecaa2afb74dc9" /><Relationship Type="http://schemas.openxmlformats.org/officeDocument/2006/relationships/notesSlide" Target="/ppt/notesSlides/notesSlide30.xml" Id="R2c64e6bd08aa4021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842b95c6cf40c4" /><Relationship Type="http://schemas.openxmlformats.org/officeDocument/2006/relationships/notesSlide" Target="/ppt/notesSlides/notesSlide31.xml" Id="R022c8fd0abf34184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351948466e43a8" /><Relationship Type="http://schemas.openxmlformats.org/officeDocument/2006/relationships/notesSlide" Target="/ppt/notesSlides/notesSlide32.xml" Id="R4c94ac4bfffe4e74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107bedc6a5427e" /><Relationship Type="http://schemas.openxmlformats.org/officeDocument/2006/relationships/notesSlide" Target="/ppt/notesSlides/notesSlide33.xml" Id="R5c176e9789974589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57272779074cc9" /><Relationship Type="http://schemas.openxmlformats.org/officeDocument/2006/relationships/notesSlide" Target="/ppt/notesSlides/notesSlide34.xml" Id="R8416404a6f10434a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c10488f8b4986" /><Relationship Type="http://schemas.openxmlformats.org/officeDocument/2006/relationships/notesSlide" Target="/ppt/notesSlides/notesSlide35.xml" Id="R250a7122d43d4df2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6e8311f14e40dd" /><Relationship Type="http://schemas.openxmlformats.org/officeDocument/2006/relationships/notesSlide" Target="/ppt/notesSlides/notesSlide36.xml" Id="R83d6b3d89328424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77b343d1af46e3" /><Relationship Type="http://schemas.openxmlformats.org/officeDocument/2006/relationships/notesSlide" Target="/ppt/notesSlides/notesSlide37.xml" Id="R81a892f456004eca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6653ebf9254ffe" /><Relationship Type="http://schemas.openxmlformats.org/officeDocument/2006/relationships/notesSlide" Target="/ppt/notesSlides/notesSlide38.xml" Id="R1af82a91df61443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ff54862d9143e9" /><Relationship Type="http://schemas.openxmlformats.org/officeDocument/2006/relationships/notesSlide" Target="/ppt/notesSlides/notesSlide39.xml" Id="R62f9072d4c53448d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f2022a34ec46d0" /><Relationship Type="http://schemas.openxmlformats.org/officeDocument/2006/relationships/notesSlide" Target="/ppt/notesSlides/notesSlide40.xml" Id="R5d0936de4de64e0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418eab5094969" /><Relationship Type="http://schemas.openxmlformats.org/officeDocument/2006/relationships/notesSlide" Target="/ppt/notesSlides/notesSlide41.xml" Id="R413ab2341f3e4b70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22ac589924198" /><Relationship Type="http://schemas.openxmlformats.org/officeDocument/2006/relationships/notesSlide" Target="/ppt/notesSlides/notesSlide42.xml" Id="R9448372f0e9d402c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9275eb99ff4dcf" /><Relationship Type="http://schemas.openxmlformats.org/officeDocument/2006/relationships/notesSlide" Target="/ppt/notesSlides/notesSlide43.xml" Id="R682057209d124243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2985f4b9a84236" /><Relationship Type="http://schemas.openxmlformats.org/officeDocument/2006/relationships/notesSlide" Target="/ppt/notesSlides/notesSlide44.xml" Id="R94262e79eb444d0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eedc0ab2354f76" /><Relationship Type="http://schemas.openxmlformats.org/officeDocument/2006/relationships/notesSlide" Target="/ppt/notesSlides/notesSlide45.xml" Id="R6bb14cedeab24f68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d92d48164d4c77" /><Relationship Type="http://schemas.openxmlformats.org/officeDocument/2006/relationships/notesSlide" Target="/ppt/notesSlides/notesSlide46.xml" Id="R28c4fcf6b79845a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c6ecaca8e4908" /><Relationship Type="http://schemas.openxmlformats.org/officeDocument/2006/relationships/notesSlide" Target="/ppt/notesSlides/notesSlide47.xml" Id="R77c21ae5ad964599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c1e3f6f6da4f39" /><Relationship Type="http://schemas.openxmlformats.org/officeDocument/2006/relationships/notesSlide" Target="/ppt/notesSlides/notesSlide48.xml" Id="R6aa2d7f83158407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b331c0d4424f11" /><Relationship Type="http://schemas.openxmlformats.org/officeDocument/2006/relationships/notesSlide" Target="/ppt/notesSlides/notesSlide49.xml" Id="Rc2c2b58e7ea0455d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746474b6094fe0" /><Relationship Type="http://schemas.openxmlformats.org/officeDocument/2006/relationships/notesSlide" Target="/ppt/notesSlides/notesSlide50.xml" Id="R4b17b22406ab4030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78fde6dded478d" /><Relationship Type="http://schemas.openxmlformats.org/officeDocument/2006/relationships/notesSlide" Target="/ppt/notesSlides/notesSlide51.xml" Id="Rab6abd625bea45a5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f9f6c2b5fb46fd" /><Relationship Type="http://schemas.openxmlformats.org/officeDocument/2006/relationships/notesSlide" Target="/ppt/notesSlides/notesSlide52.xml" Id="R45abf51ec27843ff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b90ec3e23a494e" /><Relationship Type="http://schemas.openxmlformats.org/officeDocument/2006/relationships/notesSlide" Target="/ppt/notesSlides/notesSlide53.xml" Id="R20e7637a07b6461e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4b23b2885442c7" /><Relationship Type="http://schemas.openxmlformats.org/officeDocument/2006/relationships/notesSlide" Target="/ppt/notesSlides/notesSlide54.xml" Id="R03ee142ca58d4511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87fa2c6bad4f7a" /><Relationship Type="http://schemas.openxmlformats.org/officeDocument/2006/relationships/notesSlide" Target="/ppt/notesSlides/notesSlide55.xml" Id="R0da302306bb64aec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2685231ee5437e" /><Relationship Type="http://schemas.openxmlformats.org/officeDocument/2006/relationships/notesSlide" Target="/ppt/notesSlides/notesSlide56.xml" Id="R26d942ec745c459a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ffccec6fa740c3" /><Relationship Type="http://schemas.openxmlformats.org/officeDocument/2006/relationships/notesSlide" Target="/ppt/notesSlides/notesSlide57.xml" Id="Rdbd59ded56ac4769" /></Relationships>
</file>

<file path=ppt/slides/_rels/slide5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49da56e57b24bc9" /><Relationship Type="http://schemas.openxmlformats.org/officeDocument/2006/relationships/notesSlide" Target="/ppt/notesSlides/notesSlide58.xml" Id="R61ad0e490efd4430" /></Relationships>
</file>

<file path=ppt/slides/_rels/slide5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4407760964571" /><Relationship Type="http://schemas.openxmlformats.org/officeDocument/2006/relationships/notesSlide" Target="/ppt/notesSlides/notesSlide59.xml" Id="R092da60bc786467b" /></Relationships>
</file>

<file path=ppt/slides/_rels/slide6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e09f8d520c4821" /><Relationship Type="http://schemas.openxmlformats.org/officeDocument/2006/relationships/notesSlide" Target="/ppt/notesSlides/notesSlide60.xml" Id="R020e6b37b2db4b94" /></Relationships>
</file>

<file path=ppt/slides/_rels/slide6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96b32696e3403a" /><Relationship Type="http://schemas.openxmlformats.org/officeDocument/2006/relationships/notesSlide" Target="/ppt/notesSlides/notesSlide61.xml" Id="Rf64fca1ac9e74341" /></Relationships>
</file>

<file path=ppt/slides/_rels/slide6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ed7fedd117459e" /><Relationship Type="http://schemas.openxmlformats.org/officeDocument/2006/relationships/notesSlide" Target="/ppt/notesSlides/notesSlide62.xml" Id="R23ce4a2386f34987" /></Relationships>
</file>

<file path=ppt/slides/_rels/slide6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8bb9f7109241f6" /><Relationship Type="http://schemas.openxmlformats.org/officeDocument/2006/relationships/notesSlide" Target="/ppt/notesSlides/notesSlide63.xml" Id="R7c50aa4555e44460" /></Relationships>
</file>

<file path=ppt/slides/_rels/slide6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cc96b9ced48c0" /><Relationship Type="http://schemas.openxmlformats.org/officeDocument/2006/relationships/notesSlide" Target="/ppt/notesSlides/notesSlide64.xml" Id="R179cac5f2cc342a7" /></Relationships>
</file>

<file path=ppt/slides/_rels/slide6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f894e178c404f" /><Relationship Type="http://schemas.openxmlformats.org/officeDocument/2006/relationships/notesSlide" Target="/ppt/notesSlides/notesSlide65.xml" Id="Rcef1bb1ba26143d3" /></Relationships>
</file>

<file path=ppt/slides/_rels/slide6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3b0277487f4c9d" /><Relationship Type="http://schemas.openxmlformats.org/officeDocument/2006/relationships/notesSlide" Target="/ppt/notesSlides/notesSlide66.xml" Id="R8346c890a546418c" /></Relationships>
</file>

<file path=ppt/slides/_rels/slide6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d423a283f4db9" /><Relationship Type="http://schemas.openxmlformats.org/officeDocument/2006/relationships/notesSlide" Target="/ppt/notesSlides/notesSlide67.xml" Id="R955ea658845749aa" /></Relationships>
</file>

<file path=ppt/slides/_rels/slide6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a3b656082e4bcd" /><Relationship Type="http://schemas.openxmlformats.org/officeDocument/2006/relationships/notesSlide" Target="/ppt/notesSlides/notesSlide68.xml" Id="R80aea9f2593d49c8" /></Relationships>
</file>

<file path=ppt/slides/_rels/slide6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4e05f4f1fd43cb" /><Relationship Type="http://schemas.openxmlformats.org/officeDocument/2006/relationships/notesSlide" Target="/ppt/notesSlides/notesSlide69.xml" Id="R9fcabfa3573a4b13" /></Relationships>
</file>

<file path=ppt/slides/_rels/slide7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fdf12870445af" /><Relationship Type="http://schemas.openxmlformats.org/officeDocument/2006/relationships/notesSlide" Target="/ppt/notesSlides/notesSlide70.xml" Id="R1819c890fae64d37" /></Relationships>
</file>

<file path=ppt/slides/_rels/slide7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512bc0608a46e4" /><Relationship Type="http://schemas.openxmlformats.org/officeDocument/2006/relationships/notesSlide" Target="/ppt/notesSlides/notesSlide71.xml" Id="R451168b72ab94b2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57F1B1-3F8F-47FA-A1C0-AA3FB415A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279C6-BCC1-4DBE-9149-633E84BC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667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36D6C2"/>
                </a:solidFill>
              </a:defRPr>
            </a:pPr>
            <a:r>
              <a:rPr sz="1200" b="1">
                <a:solidFill>
                  <a:srgbClr val="36D6C2"/>
                </a:solidFill>
              </a:rPr>
              <a:t>AI PRODUCT MANAGER</a:t>
            </a:r>
          </a:p>
        </p:txBody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1C2A80C2-737E-48ED-8E41-1F8F57FFB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9906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5F2E9"/>
                </a:solidFill>
              </a:defRPr>
            </a:pPr>
            <a:r>
              <a:rPr sz="4350" b="1">
                <a:solidFill>
                  <a:srgbClr val="F5F2E9"/>
                </a:solidFill>
              </a:rPr>
              <a:t>AI产品评测与数据反馈闭环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0EF8B7-CB9D-41FC-A050-201511CA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33800"/>
            <a:ext cx="723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B5BC"/>
                </a:solidFill>
              </a:defRPr>
            </a:pPr>
            <a:r>
              <a:rPr sz="1800" b="0">
                <a:solidFill>
                  <a:srgbClr val="A7B5BC"/>
                </a:solidFill>
              </a:rPr>
              <a:t>第09课｜从“Demo能跑”到“有依据地上线”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2EF405-018B-4BE2-BC4E-AA3D7586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672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67A842-6104-4C5D-95D4-F26F752A7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5300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A7B5BC"/>
                </a:solidFill>
              </a:defRPr>
            </a:pPr>
            <a:r>
              <a:rPr sz="1125" b="1">
                <a:solidFill>
                  <a:srgbClr val="A7B5BC"/>
                </a:solidFill>
              </a:rPr>
              <a:t>EVAL · BAD CASE · REGRESSION · DATA 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A0A859-B18A-4A48-BADE-97C2DAF9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2915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6150" b="1">
                <a:solidFill>
                  <a:srgbClr val="26404A"/>
                </a:solidFill>
              </a:defRPr>
            </a:pPr>
            <a:r>
              <a:rPr sz="6150" b="1">
                <a:solidFill>
                  <a:srgbClr val="26404A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9166731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B407A-6A66-4650-84C3-B3038D324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55AC00-009E-46FA-9D79-FE75FD7EF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DC3394-1600-4FC2-8C3F-0FE86BE6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BA86B-D418-4976-90DF-5B596A5E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0694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65376D-03D9-45A9-9DF4-F9CB78F3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AI产品上线前的评测问题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ED65F258-5895-4F3B-A0EC-0CC65462B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因为一次漂亮回答，无法代表真实用户、真实边界和真实版本。</a:t>
            </a:r>
          </a:p>
        </p:txBody>
      </p:sp>
    </p:spTree>
    <p:extLst>
      <p:ext uri="{BB962C8B-B14F-4D97-AF65-F5344CB8AC3E}">
        <p14:creationId xmlns:p14="http://schemas.microsoft.com/office/powerpoint/2010/main" val="4093474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AAD327-D261-4E07-952E-6DFAC3DC4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E43464-0677-432B-AB02-DF65D17C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178088-12F3-4E54-A0DB-4A4848E9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2E3313-D617-4CA6-83BB-0DB543ED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6042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5E09905-A0B5-478E-9842-1896211B8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AI输出的不确定性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668AC-C356-4D07-8960-852C45AA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F194D-7F5F-48D9-A0B7-79F5D731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从单点演示，转向成组评测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D2595D-B697-497C-97FC-3EFC1DB89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AI输出具有概率性；产品要验证的是一组场景下的稳定表现。</a:t>
            </a:r>
          </a:p>
        </p:txBody>
      </p:sp>
    </p:spTree>
    <p:extLst>
      <p:ext uri="{BB962C8B-B14F-4D97-AF65-F5344CB8AC3E}">
        <p14:creationId xmlns:p14="http://schemas.microsoft.com/office/powerpoint/2010/main" val="4441864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7C12AF-2A22-478C-8835-3E27F97F4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142552-B91A-4060-858E-8D7BFC65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3E07A8-0E95-4BAB-B4F2-2597D572C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F0B43F-9706-48DE-8A28-0C84B3F97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1389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9DC2D5-ECE2-40C9-A2C8-9F4B0CFAB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AI产品的版本组合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DE93E3AB-0F13-40E5-B03D-D1DF6972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任何一层变化，都可能改变最终输出。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AA04C-3368-44FE-B9BB-65C298E15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3BBDFC-5C34-4E40-808B-CD9564534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4CE60B-2310-4AFC-8998-ED59C9B17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92687F-9692-4B7F-AFFD-3F48F83F8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模型版本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1A4758-E9EF-4103-808A-4BC59946D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6CF8B3-4DEC-4BBE-BF22-DF6FD8CE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25582C-77EB-4C7F-A22A-260E1201E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E01400-6823-466D-A18E-68BFBBC5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System Prompt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ABA2DE-A3E7-428C-AAF8-5A7921704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75BCBF-6DE5-4C40-8C13-6632968E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07C4FC-F6A6-4EEE-93C1-01D0022A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5BA2BC-EDF2-48F3-8D91-4E11E455F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知识库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D90F42-A813-442D-A5BB-96FC274F2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EDE606-7E6D-4BBD-A8A0-AB8186545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67B6AA-2938-49F3-9729-24402F8E4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B83B0D-93DF-479C-A597-F8D8D821D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工作流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923995-7535-4831-B962-ECC3858A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904F54-611A-46BD-938B-08904AAD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15B8F-4C3A-4918-B963-8C0E159A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工具/API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CD7D20-C0BF-4B38-80BB-856A266F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评测结论必须绑定版本，而不是只写“模型效果不错”。</a:t>
            </a:r>
          </a:p>
        </p:txBody>
      </p:sp>
    </p:spTree>
    <p:extLst>
      <p:ext uri="{BB962C8B-B14F-4D97-AF65-F5344CB8AC3E}">
        <p14:creationId xmlns:p14="http://schemas.microsoft.com/office/powerpoint/2010/main" val="1411292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C7AC30-8E67-4327-98DC-9D5CDB16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F99C88-C030-4CE9-B2D1-9D1D5851C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166FD6-6095-4B6D-AED3-37288A4C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BB271D-4414-4736-A7B1-3388A009E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6736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63B3871-AB63-427F-B083-7CDE2D613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AI产品测试的三个层次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1BB46E-2E33-4F1F-B072-42EA39C4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623848-B150-45DD-8255-052BC8BE2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7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53965B-0B81-4B1D-8FB2-C60B257B3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功能验收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400971-E209-4CF3-93F2-9C752F264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0C75E"/>
                </a:solidFill>
              </a:defRPr>
            </a:pPr>
            <a:r>
              <a:rPr sz="2025" b="1">
                <a:solidFill>
                  <a:srgbClr val="F0C75E"/>
                </a:solidFill>
              </a:rPr>
              <a:t>离线评测 × 线上监控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6900B6-2AE9-40C9-894A-79EB2D7E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流程能不能走通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899309-9B55-4F42-B623-01B34BF70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接口与权限是否正常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460CAA-CDAA-445C-8B13-A597138A9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固定样本上效果如何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9C2FB9-6749-4592-93A9-228389443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真实流量中是否持续稳定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FEB4D1-BED9-4771-9890-95EA77D8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9595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36D6C2"/>
                </a:solidFill>
              </a:defRPr>
            </a:pPr>
            <a:r>
              <a:rPr sz="1500" b="1">
                <a:solidFill>
                  <a:srgbClr val="36D6C2"/>
                </a:solidFill>
              </a:rPr>
              <a:t>上线前测得准，上线后看得住</a:t>
            </a:r>
          </a:p>
        </p:txBody>
      </p:sp>
    </p:spTree>
    <p:extLst>
      <p:ext uri="{BB962C8B-B14F-4D97-AF65-F5344CB8AC3E}">
        <p14:creationId xmlns:p14="http://schemas.microsoft.com/office/powerpoint/2010/main" val="149402459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594FA9F-9D04-4B1B-B02F-0DF25D280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C226B-04EC-4163-921F-92CF9381A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A26BAA-B933-4A1D-A09B-0DAE4172F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CE3D9-4D96-4556-8CAD-48746758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2083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E691957-0044-408E-9603-739CAE8BF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本课内容与学习路径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D2244D-088E-4B25-93DC-1986475C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7C272-0811-43C5-A700-729C5105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7A321-DF4C-4812-B9B1-A7CA308F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960ED3-CF2B-42ED-B6EC-680F7B251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风险动机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FE7FD2-FCA3-4A86-8840-D3132C219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17376B-9A9D-4245-BEA2-EE1D1ECF4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EC006B-B046-49BF-A2FE-55F92EF6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A7175D7-293B-4BF8-BE6B-6BAE7D74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Eval体系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5F398E-980F-46B4-8114-A0574CB4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F46B4D1-96FE-4892-A549-CD5E2F4F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D11F44-56FC-41C3-96F0-01E1D793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C658C6-BB0D-4A9C-8791-EDCF8522E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Bad Case与回归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98A247-7A6E-41AF-81D2-07A8DF1F0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79D257-7F63-4F5C-9496-5E11EB7FF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6443AB-5C15-4816-9346-9F7CD20BE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数据反馈闭环</a:t>
            </a:r>
          </a:p>
        </p:txBody>
      </p:sp>
    </p:spTree>
    <p:extLst>
      <p:ext uri="{BB962C8B-B14F-4D97-AF65-F5344CB8AC3E}">
        <p14:creationId xmlns:p14="http://schemas.microsoft.com/office/powerpoint/2010/main" val="3930507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D11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4222E3-7588-4AF9-8191-869E1A72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A42A94-20FD-4A7E-9B4A-D6B33C618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78EA3A-CE9C-42C8-81B9-44D7124F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3BE71D-6A40-4DBC-AB9D-4E471317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7431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D9C4C60-AD0B-4B21-951C-4FC9FBFAE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大模型幻觉及其业务风险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5D0688-1D76-4993-ADAA-2F01D4F9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F09C8A-1FB3-440C-B991-C446A1D4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7657"/>
                </a:solidFill>
              </a:defRPr>
            </a:pPr>
            <a:r>
              <a:rPr sz="2400" b="1">
                <a:solidFill>
                  <a:srgbClr val="FF7657"/>
                </a:solidFill>
              </a:rPr>
              <a:t>可接受的产品，不等于永不出错；而是错误可发现、可拦截、可追踪。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82C354-C564-4742-A7CA-053D5355C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当答案进入客服、营销、医疗、金融或企业流程，错误会变成业务不可控。</a:t>
            </a:r>
          </a:p>
        </p:txBody>
      </p:sp>
    </p:spTree>
    <p:extLst>
      <p:ext uri="{BB962C8B-B14F-4D97-AF65-F5344CB8AC3E}">
        <p14:creationId xmlns:p14="http://schemas.microsoft.com/office/powerpoint/2010/main" val="7949344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5E8467-2BA2-4C12-99F7-E71FE2F9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BDB5BF-F314-4B41-A2AB-D9CBFD03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437953-4EB2-4293-9016-024A2808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00B346-6AAC-40F2-B178-7F89A2BA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22778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7D68A26-3F9E-4B81-B6DA-E0DA4AAE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AI错误的业务影响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AF395FC2-9837-4654-ACA8-95849AA8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错误的严重度，不由“错误率”单独决定。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F5DF1F-B410-4A65-BA9B-DE8770FD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E249F4-7BBC-4F05-B56B-B0D1C9C3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高频问题答错：持续侵蚀信任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58F919-03CA-4875-B913-2BE503132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3773E2-1686-48EC-B945-21DF043EF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低频高风险问题答错：直接触发合规或资金损失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BA7084-F154-49A7-948F-E22F7E550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916DB2-CDFA-48BF-8849-1029BCD3B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语气看似确定：让用户更难识别风险</a:t>
            </a:r>
          </a:p>
        </p:txBody>
      </p:sp>
    </p:spTree>
    <p:extLst>
      <p:ext uri="{BB962C8B-B14F-4D97-AF65-F5344CB8AC3E}">
        <p14:creationId xmlns:p14="http://schemas.microsoft.com/office/powerpoint/2010/main" val="480933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6F4593-4E7B-46D1-B51A-DFEFE1722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1FE90-582A-4673-BD81-FFA509EFD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88137E-3FB6-458D-BCEF-C3BC0D9B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665082-CECF-44F3-A5D4-A6252C66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38125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8816F7-252B-419E-9209-B5B9A7D8F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大模型幻觉的三种类型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242F05-5543-4D25-BA55-A880F8A84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EA4EC4-7843-4C87-9D97-44F82D3BF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58CE65-BD48-4B19-A97F-A7A8D301F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事实幻觉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11BFB2-46DD-4CD0-9043-49BE246C0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编造不存在的政策、价格、数据或出处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5D2D53-0DCD-4BBB-A347-D3F176EBA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5B2FE4-9FB4-4382-8454-39B0C10EB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719413-6411-4BD8-B22C-D41D2B654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指令幻觉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749C49-70BC-44B4-9A6A-B4B38353B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没有遵守限制条件，擅自承诺或执行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EAE5DB-0AB1-4F66-9666-2855D0639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AE06CF-9F04-431E-ADBD-BDAA3278B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8C90B2-E909-43A1-B5D9-6A4409AC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上下文幻觉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3871CA-7016-48ED-B2C0-0AC164C2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忽略当前会话、用户身份或前置条件</a:t>
            </a:r>
          </a:p>
        </p:txBody>
      </p:sp>
    </p:spTree>
    <p:extLst>
      <p:ext uri="{BB962C8B-B14F-4D97-AF65-F5344CB8AC3E}">
        <p14:creationId xmlns:p14="http://schemas.microsoft.com/office/powerpoint/2010/main" val="145002955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D11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C5F656-0D24-48AA-B9CB-4C62FB89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0967CA-301B-44EC-9758-C2113177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B9C101-FEE3-43F4-9A37-31635BB5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8B7CA6-8E08-470A-BAA7-58D8E562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53473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50D4BF0-5A32-4169-A55A-82D4018A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AI产品评测的核心价值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BE375-80F3-44BA-A7B1-0BC43102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C572BD-5EF9-4F75-BEB7-9DBEFC04F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7657"/>
                </a:solidFill>
              </a:defRPr>
            </a:pPr>
            <a:r>
              <a:rPr sz="2400" b="1">
                <a:solidFill>
                  <a:srgbClr val="FF7657"/>
                </a:solidFill>
              </a:rPr>
              <a:t>评测的价值：把“感觉不稳定”变成可讨论的证据。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6600A8-EFC4-4CC6-B8B4-EDA8ED710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如果错误不可预测、不可观测、不可复现，团队就无法决定是否上线。</a:t>
            </a:r>
          </a:p>
        </p:txBody>
      </p:sp>
    </p:spTree>
    <p:extLst>
      <p:ext uri="{BB962C8B-B14F-4D97-AF65-F5344CB8AC3E}">
        <p14:creationId xmlns:p14="http://schemas.microsoft.com/office/powerpoint/2010/main" val="25503531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3A049D8-A2A2-4D06-90D5-B0EBE7CC3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82A397-78BA-442A-9D06-FED748869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B58F67-A397-449D-95E6-629F8EAB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038D17-B434-402D-8AC4-ECA57CC94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68820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C9F7BD-AE3D-441F-81AC-0ECE68AA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AI产品的五道风险防线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EBC3E7-1909-4499-8C5C-A9B1D4668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7D5ED3-9207-4939-B350-F1AACEE5F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71C3DD-2647-4569-AC73-C739DABA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230C6-48FA-4D32-A2F0-51CE0C116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数据与知识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125A05-BC51-4CCD-A2AC-9F34A9631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4ACE1-6EEB-4DA7-B27A-AA7F62FD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46F733-0F46-4B00-8233-B89C445A6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B79CD8-7D4C-4D39-A53F-45936C18F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Prompt与规则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BB0B42-ADDF-4ECB-8632-12D1FB360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A7725-7CC3-4358-A9A2-26CA4705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454C6E-9C0A-45EA-8977-FD52AD2C2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AA0F2A-62C9-4BC5-A142-BE503A63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模型与工具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4973FC-9D12-447C-88E8-02287BFC5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8078DA-7B44-48FB-99B0-86C9B95D7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28AD68-1F7C-4F38-BAD1-63FF094E3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1C4FB2-D830-47B2-B0B5-BB67FAF9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输出校验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50E0E8-C18C-4E0C-BB1C-E643D5C7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504129-EF2C-4AA3-9675-1D13A51F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8101D2-6D9F-432E-AA51-852A89B9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人工兜底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DF9535D-1E95-4B0B-A8B2-BAFD5F125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本课聚焦：如何用评测判断这些防线是否真的有效。</a:t>
            </a:r>
          </a:p>
        </p:txBody>
      </p:sp>
    </p:spTree>
    <p:extLst>
      <p:ext uri="{BB962C8B-B14F-4D97-AF65-F5344CB8AC3E}">
        <p14:creationId xmlns:p14="http://schemas.microsoft.com/office/powerpoint/2010/main" val="73347658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6F2F1D-3F65-45F1-939E-A07F9DCB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AC79EA-4A7B-4A9D-BB78-E97415AD0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377BC3-8B76-4F66-BE8B-96A194AD2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565D6-C9A3-4766-ABF4-7203C68B3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84167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13D0CB-6F2C-4C1E-AE71-5C584D438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客服场景的主要测试风险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A4064F-1730-47B8-B50A-1957C113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83D7AF-8CBE-4553-A0AF-0601A2087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虚构退款、促销或物流政策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82E608-1CEF-47C7-854F-55C8BF1E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402B05-ADAC-447F-B7F0-A303B13BD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19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未核验身份就泄露订单信息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1F198F-727A-413C-8D31-8C0EBF802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8F4B48-541E-410F-AFF5-E5ACB743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052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越权承诺赔付或到账时间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E5CFC4-2299-4799-AA37-340094D7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AD9FBC-BD44-4001-8A63-3E7ACC2F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910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情绪激化、攻击性或歧视性表达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347283-AFFD-4ABA-8BCD-681827268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2309B8-FF6D-4306-AB16-0DB03DFEC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没有答案时仍强行作答</a:t>
            </a:r>
          </a:p>
        </p:txBody>
      </p:sp>
    </p:spTree>
    <p:extLst>
      <p:ext uri="{BB962C8B-B14F-4D97-AF65-F5344CB8AC3E}">
        <p14:creationId xmlns:p14="http://schemas.microsoft.com/office/powerpoint/2010/main" val="10462298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1AA08C-CA5D-443F-AB45-71FF6C5CE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62B55C-ED2C-495D-84B1-390A39EAA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48B8CB-4792-4F7B-9DE9-002572FC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FB4147-B045-4940-ACDB-85768A51C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99515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42C71ED-7623-4709-94DD-09DBF3FB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AI产品评测的三个常见误区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8AF33-68B8-45CD-A8B8-DA6187FD1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5078F6-D11B-4237-A3A6-DCBE70907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2ABE4C-2D9F-4602-A6C6-E5EE9DA9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只测正常问题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AED026-5799-487D-943C-32688D08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边界、异常和高风险样本被遗漏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62E286-220B-4579-BBBE-38BDE7A55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BB9D2-E94A-419A-B0D9-9A1F86421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9AF79A-DBC2-44C9-978E-19CC989EB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只看平均分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82B38B-6F08-4F52-9024-DE2C3D17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严重错误被大量普通样本稀释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6C3E139-D264-4976-9DAE-72863C725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7B5C2B-3CC3-4BBE-A81E-8AC187BC7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7B4100-FD47-4BD0-BD0D-86EF8C20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改完只测原题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1C6B46-EB6C-4ED0-B4DB-85B059F87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修复一个问题，却可能伤到其他能力</a:t>
            </a:r>
          </a:p>
        </p:txBody>
      </p:sp>
    </p:spTree>
    <p:extLst>
      <p:ext uri="{BB962C8B-B14F-4D97-AF65-F5344CB8AC3E}">
        <p14:creationId xmlns:p14="http://schemas.microsoft.com/office/powerpoint/2010/main" val="165691390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8BC061-5839-47DF-8D0F-67F3219A9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WHY EVAL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7D72B-BEB7-4133-A2F9-DFEF0188D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6E5C3A-10BD-41F8-BE6F-084F65F68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609844-5DC5-4F86-ADF2-B65DFF2C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148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213CEB-0640-44D2-B629-DAF83C778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从风险识别到评测体系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5D53B3-FFCB-457E-8A4C-32D76846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1F55A-B504-4939-AACB-F436C82B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从“主观体验”进入“Eval体系”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6175BD-1C6C-4C66-996A-60143AD3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接下来把风险变成样本、指标、门槛和回归机制。</a:t>
            </a:r>
          </a:p>
        </p:txBody>
      </p:sp>
    </p:spTree>
    <p:extLst>
      <p:ext uri="{BB962C8B-B14F-4D97-AF65-F5344CB8AC3E}">
        <p14:creationId xmlns:p14="http://schemas.microsoft.com/office/powerpoint/2010/main" val="50261568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84C03-9CAF-41B2-9E35-4A5BE8DF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3EBE9E-B9C6-4EF3-A9A3-43C8756C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228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150" b="1">
                <a:solidFill>
                  <a:srgbClr val="36D6C2"/>
                </a:solidFill>
              </a:defRPr>
            </a:pPr>
            <a:r>
              <a:rPr sz="91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16E875-0072-49DA-AF64-D5659068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9CDB88-FA36-438B-A53E-17122DCA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AI产品评测体系的构建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8701FD-11D0-493F-85CC-D6B73BE0B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3387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B5BC"/>
                </a:solidFill>
              </a:defRPr>
            </a:pPr>
            <a:r>
              <a:rPr sz="1800" b="0">
                <a:solidFill>
                  <a:srgbClr val="A7B5BC"/>
                </a:solidFill>
              </a:rPr>
              <a:t>固定题、统一判卷、重复运行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6432F0-AE9E-4341-ABF3-A3C286F7E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B35E1E-0846-44AF-9002-F96080543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E8796-AAE6-4CA6-BC3B-05219C8D9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C6A84D-14FF-4085-B9B4-74C0C33AD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30209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9632357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9891EF-D28B-4CBD-AFC3-C1D23023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3996D0-F5DA-43B6-9949-4515ED4E1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55C6A4-458A-4C49-A69D-234A70CD1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F23F2B-A20D-46B4-B923-E2912226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45557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A0767A1-C8C2-4239-BD3B-5DAC19BF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AI测试与传统测试的差异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995955-4E9C-4E75-BB40-D5A75C111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16966F-0144-471E-BEBF-BB345F3E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7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5E362-1BC1-45C5-BE7C-4FEFC5FED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传统软件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429B11-8200-46DC-8168-696C4EE14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0C75E"/>
                </a:solidFill>
              </a:defRPr>
            </a:pPr>
            <a:r>
              <a:rPr sz="2025" b="1">
                <a:solidFill>
                  <a:srgbClr val="F0C75E"/>
                </a:solidFill>
              </a:rPr>
              <a:t>AI产品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3444E6-66BE-4F12-A8D1-DACD71A6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输入—输出相对确定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326251-356A-46E9-A4C1-257480611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Pass / Fail 边界清晰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DA8C15-ABBE-4C67-ADF2-139BAB01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相同版本容易复现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295856-3707-4F0A-972F-C6E314DB3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同一输入可能多种合理答案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F43A2A-7DC7-436B-AC9F-E0A30D4A0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质量标准包含主观判断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FEFA43-36D4-41E9-9AF6-3A6881CA8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模型与上下文让结果波动</a:t>
            </a:r>
          </a:p>
        </p:txBody>
      </p:sp>
    </p:spTree>
    <p:extLst>
      <p:ext uri="{BB962C8B-B14F-4D97-AF65-F5344CB8AC3E}">
        <p14:creationId xmlns:p14="http://schemas.microsoft.com/office/powerpoint/2010/main" val="12478472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B90462-BC94-46C6-B872-7547C9873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D257B8-B157-4E36-8224-56581A27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51E2BF-EEF1-40C2-89DC-64C928435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D89D18-CAAF-4FDA-BF2D-ED5253ACA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60904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1C43F1-3D24-446D-9E5A-5546163E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AI产品测试的四个难点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DB067E-BF19-4670-B037-8988B45CA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810A41-CBD6-48FA-9C74-EE312B068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8B09A-96D9-40A6-9FDD-2F5E2FD4B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输出不确定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0DD33-82C4-49BE-8EE5-E0CA4310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3E6212-B8D7-49C7-A4EA-970E3E865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D7BEA2-E2C8-4AE4-ACAC-C08601FA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标准不唯一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654F9F-6AB4-4DF7-8C43-FEDCE2A3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E91B69-47AC-4E93-A2E7-54FA96E8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FC654B-1CA5-4EFC-A640-7550B06F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覆盖成本高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7F6E30-0389-48D7-A02B-78A6556C9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FD86A1-90AD-46EF-A31A-5782169A0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F193CC9-947C-40AE-A1E3-FB71F6CD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版本变化快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600E3AE-BD27-4508-A5DE-58F9BEAAB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解决方案不是找一个万能指标，而是建立组合评测系统。</a:t>
            </a:r>
          </a:p>
        </p:txBody>
      </p:sp>
    </p:spTree>
    <p:extLst>
      <p:ext uri="{BB962C8B-B14F-4D97-AF65-F5344CB8AC3E}">
        <p14:creationId xmlns:p14="http://schemas.microsoft.com/office/powerpoint/2010/main" val="150530978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13A73F-6F3F-4636-A534-C91D91D4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B32120-286F-4A6A-BA82-486D53054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7CBCD1-5D61-4EC8-8B40-31DA42409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AB3090-822C-42C8-85EE-30C8E790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76251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1828FB-FFBB-4964-B7BE-74AC9803D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AI产品测试的六个维度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352248-B9AC-4D83-846C-82AB9901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02AC30-125B-4DC3-B1C1-3C420F232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68AB66-C0C2-4BD1-9DD0-E497E2DA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功能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C83C42-6DC6-42A0-ABE1-4828E7E6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97EF79-8E86-4399-B625-7BAE02A6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E389BE-5A04-4A19-B305-C73FF90EE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AI任务效果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F6D330-7183-4139-85C1-FB87CFCDF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2426E7-ABDC-48DE-92A3-C43543E4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F20B28-EEDF-46AB-8FE3-F67F25990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可用性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554DD6-6954-40DC-9A36-30793696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22752E-FB03-4345-B40F-292F3CDC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623687-E8FA-4E75-9C4D-5DD9D7FDA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非功能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D9690C-5565-4959-BF8A-A952CC15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8CFACC-E932-4950-9147-5840DB40B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566BF9-1B8D-492E-B134-6AE60F2F0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鲁棒性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77CEBF6-BA75-4AFC-AB95-7E35F58F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EFCDF6-2CB0-4FAF-B8A4-4706BFA3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D7DD14-BE55-4B42-BAF5-B777F1F9E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安全与伦理</a:t>
            </a:r>
          </a:p>
        </p:txBody>
      </p:sp>
    </p:spTree>
    <p:extLst>
      <p:ext uri="{BB962C8B-B14F-4D97-AF65-F5344CB8AC3E}">
        <p14:creationId xmlns:p14="http://schemas.microsoft.com/office/powerpoint/2010/main" val="133113270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C56547-38E9-4EAA-9F0B-6FBAB477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B40226-A714-4770-A693-BED58797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9357D2-3937-4B3D-B93A-5A5DB6D7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A94D4C-8B9E-499E-8FF8-F16616D9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291599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378220-A177-46C7-8C04-852E82192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本课的重点评测范围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C0F7BF-29D4-4307-9090-64C3668E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5A28AA-A20C-4892-85A6-D73E78556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其他测试类型最后统一速览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CE3A9-EFBA-462F-AA0A-37A5BB91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先确保流程可用，再判断回答是否正确、相关、完整、安全、符合风格。</a:t>
            </a:r>
          </a:p>
        </p:txBody>
      </p:sp>
    </p:spTree>
    <p:extLst>
      <p:ext uri="{BB962C8B-B14F-4D97-AF65-F5344CB8AC3E}">
        <p14:creationId xmlns:p14="http://schemas.microsoft.com/office/powerpoint/2010/main" val="169309539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2E5971-10B2-4808-A6F1-0E663F23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450D1-58AD-49E8-B9FD-6940B26C5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A46A86-4098-48B6-BD85-327FF4D21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2D2C01-EF8F-4B09-984F-0859953E8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06946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7686FE8-9A33-4E69-8576-B77167B0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AI产品评测的三种执行方式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4EEC7F-A8D2-419D-B817-940B0850E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5061D4-1CB6-48A1-AC12-5A2831B8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49250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4F422E-0A4B-47D1-9C49-971B5154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B96DD1-14A3-4683-B1A6-973CF8A6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326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用户场景模拟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4D212E-2C37-4391-A43F-24649F91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D56335-94A3-4411-B4F0-6C0D9F700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9750" y="2857500"/>
            <a:ext cx="349250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CE75B4-47AD-4AE2-A78A-7504F54BB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10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3A21AB-255A-449F-8B46-AA925DB9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3362325"/>
            <a:ext cx="326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人工抽测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86EEF4-A023-4680-BC01-03C88614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857500"/>
            <a:ext cx="349250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D4D22-78B8-4E69-88ED-C2D7514FA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70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660D2B-2F32-4CE1-AAC5-07A25295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8000" y="3362325"/>
            <a:ext cx="326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自动化脚本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57EFF-ACC7-4289-8696-AC1DA12CE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小规模靠人工理解，大规模靠自动化复现；两者必须互相校准。</a:t>
            </a:r>
          </a:p>
        </p:txBody>
      </p:sp>
    </p:spTree>
    <p:extLst>
      <p:ext uri="{BB962C8B-B14F-4D97-AF65-F5344CB8AC3E}">
        <p14:creationId xmlns:p14="http://schemas.microsoft.com/office/powerpoint/2010/main" val="98638493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BFA9A0-B994-43C5-97D2-439E9B0EE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3A175A-B785-4F5F-B92F-7BEB47EC7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C39741-0C85-4ADF-9706-ADDF149B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720A88-0888-492C-B88B-9E3C7A5DF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22293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76B3383-3CD3-481D-85C6-61D5A48D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AI产品评测的判分难点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EA5F2D-949A-427F-8303-06165DDD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C3A13C-C8C5-4E97-948D-1980D236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308F00-7568-483F-8BB6-7FF7C987E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非确定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5F10A9-DBC0-4EBB-A74F-DAC0FB111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同一题多次结果不完全相同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929BB1-A81C-4FD4-A7E2-1DB143BD3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FB8442-4061-4A3D-8EF3-B073D5F4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6B5144-3D26-4F0C-B011-EA4D3A667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主观标准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704218-BDDA-41E6-A476-D5A300637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正确之外，还有语气、风格和完整性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0345B-559B-4002-A930-4B5FB2219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644E99-BE6A-4290-AD52-185CD714E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C36A2B6-A714-4587-8673-34882414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规模覆盖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3BC924-A5E6-443F-ABCC-9CE2FB9A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真实用户表达远多于测试人员能穷举的范围</a:t>
            </a:r>
          </a:p>
        </p:txBody>
      </p:sp>
    </p:spTree>
    <p:extLst>
      <p:ext uri="{BB962C8B-B14F-4D97-AF65-F5344CB8AC3E}">
        <p14:creationId xmlns:p14="http://schemas.microsoft.com/office/powerpoint/2010/main" val="187649417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06685E-D42A-43AF-957E-FEA613D3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3B8F77-933F-4FC3-9B50-963C1DF9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98C23-B951-499A-B538-D1B37523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3A62B4-0519-4421-A3B5-7C2EAD8E0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37641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F77957-341C-42AD-9EC8-26452E27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量化评测的作用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F69A92-101B-4735-830C-EC103004C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E6CCD0-B979-4DEB-B7B5-7D54D136B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没有统一尺子，就没有可靠回归。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6C4235-4AC7-47E3-AD3B-D0E43A4E7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量化的作用，是让版本可比较、问题可定位、上线门槛可执行。</a:t>
            </a:r>
          </a:p>
        </p:txBody>
      </p:sp>
    </p:spTree>
    <p:extLst>
      <p:ext uri="{BB962C8B-B14F-4D97-AF65-F5344CB8AC3E}">
        <p14:creationId xmlns:p14="http://schemas.microsoft.com/office/powerpoint/2010/main" val="203457109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2F16276-350F-4C24-99F8-B6183F42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F959DF-6963-45E7-B8B5-46F4E7FE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79C29B-DD7B-4C24-B8A2-8AE18AAEE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6633D5-EE26-4CB4-9255-5B18F01BC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52988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09267BD-9B83-487E-A4C7-671626E5D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评测对象与版本控制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D3E049-4031-45B7-ACBA-986313D6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0C8CC-38BA-42CF-9B12-AA07F34FA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C4EF43-B014-405A-98AF-B6EE967E1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9A0776-4765-4A94-99CE-B44E40699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记录版本组合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CEB7D-3BA5-4F1E-BE94-374B8C30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7A0E41-4125-4E31-A5CB-0914DF501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E59A50-8ED3-4108-A2F4-99CBDB592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363710-D76C-46DF-AFE2-A8F89F908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锁定评测集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78BC67-D155-431D-B0FF-24C756445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49F4D1-DBD1-4E5D-887F-10F5ADE95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566FD0-4621-4EE4-BA62-F4918F13B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9AFA93-F4BA-4F93-B4BD-7D69F3282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统一评分规则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8116BB-1C92-4774-A011-698E3AD45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8DFD77-23CC-491C-81DF-8B23B87A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D4D666-0E28-40D5-BCC3-06155B69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9A6F78D-74D6-4C43-B35E-A88FCD907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重复运行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020370-3AC3-43AB-B7E5-FC99D569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9575EF-4DA9-4855-A348-83F0A1764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825522-2C80-44AD-84A7-065CDB21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比较差异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CA25A5-DB3E-4D5C-9960-1A41BDED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每次报告都要能回答：测的是哪个版本？用的哪套题？谁来判？</a:t>
            </a:r>
          </a:p>
        </p:txBody>
      </p:sp>
    </p:spTree>
    <p:extLst>
      <p:ext uri="{BB962C8B-B14F-4D97-AF65-F5344CB8AC3E}">
        <p14:creationId xmlns:p14="http://schemas.microsoft.com/office/powerpoint/2010/main" val="788309104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89DE09-FE97-4D89-8605-0D224D54E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985E11-D44A-4896-A759-D3F592B3F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ED011E-D93C-4F08-8E01-035A7ACCE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7B6015-80EB-4CB1-90A6-A3D5A9637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68335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61CB041-11BE-40AF-894B-F3166B7C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评测集的四类样本来源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BB375B-9993-4B1D-9737-9C7AB8994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51F75D-BB70-4E79-BEF4-BAAD1673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真实用户问题：最接近线上分布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5F078F-D91C-4B75-B6E6-9973C55A0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51869C-7577-413E-8888-54C00ABAD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历史 Bad Case：最值得回归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8F7F72-6536-4C65-88DB-A9890A2D6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9CFE50-2E4F-448F-B313-9F860D97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业务规则与红线：最不能犯错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59C499-B78D-4748-80C1-A223DC98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082DDF-A1BF-4ACB-AA3A-B8F6FE9EA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624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AI扩写变体：提高表达覆盖</a:t>
            </a:r>
          </a:p>
        </p:txBody>
      </p:sp>
    </p:spTree>
    <p:extLst>
      <p:ext uri="{BB962C8B-B14F-4D97-AF65-F5344CB8AC3E}">
        <p14:creationId xmlns:p14="http://schemas.microsoft.com/office/powerpoint/2010/main" val="1157135397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F0D39AC-EF8B-48BD-9445-DE9FF2F96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C7062C-56C5-467F-A0C6-C6A681A1F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E1987E-0FDA-49CB-91A1-45B6DEECE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863E4-896C-4646-8012-2AFAC5B5C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83683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B50A399-8600-4F0E-AA8E-858D7547E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评测集的五类样本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AB38D4-F29A-45B6-9144-4267C0973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5404D4-3A90-488A-8458-D55C2A12C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E4D728-DDD0-467C-B140-0262D8E1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典型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C98A3-0014-457B-951B-9074E84EB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7D722-1D08-4BB6-8794-B8C694CA8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28AE6A-1823-4EBB-B2D9-4DF72C90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边界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5782EE-27F4-4072-9739-419A3C00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BD7E4D-371E-4C2C-9032-241C1026E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0BD640-DB19-4CBF-A758-F825E0B9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异常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D612C5-6139-43B6-88B0-D4B14C6C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DF2B83-16DF-49F9-87C0-166D5C00C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07DFD6-3455-4EB9-9B1B-E9AA594C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无答案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0A0693-96D5-478D-90ED-C0FFD1386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C7338D-B8C5-499E-B469-EC2254579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1A3BC7F-8B72-4E3E-A9F5-1B3C66E93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高风险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B7CFA6-07DB-46BB-8682-C6CAB6C4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比例不必平均；应按业务频率与风险加权。</a:t>
            </a:r>
          </a:p>
        </p:txBody>
      </p:sp>
    </p:spTree>
    <p:extLst>
      <p:ext uri="{BB962C8B-B14F-4D97-AF65-F5344CB8AC3E}">
        <p14:creationId xmlns:p14="http://schemas.microsoft.com/office/powerpoint/2010/main" val="125029792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751D71-3AF5-415B-8842-8677C7D1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7AA3C6-6DC7-4849-9A7E-6F6AEA551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5ACC06-054D-417D-BD44-2C09CCDF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1CA1CD-EE74-4863-8598-6961C679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399030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182D93-12D8-4857-A5A2-B14B2C55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评测用例的字段设计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91D3F-B266-4DBE-B070-CBFE23804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20D229-1D36-41E4-A978-3E907669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字段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0FD986-B9F5-4625-B79A-1EF7D0FA3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52675"/>
            <a:ext cx="7296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作用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FA86AE-33BB-4E3D-8643-BC7E067C6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6F1AE2-9E7D-486E-89DC-005981FB1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813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Case ID / 场景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C9C1F7-73F0-4D0C-990E-13291AC53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813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确保可追踪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327CD-C34E-492F-A37E-560FC710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D90FA9-ED74-4EB5-AF2A-2C1EF3555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用户输入 / 上下文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6C0EFC-0C94-4FB4-A2C4-D52BF7BB6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099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还原真实条件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99ADF7-8D05-429C-9572-84CFD231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F899A2-EEC0-4DD7-93A0-25423F718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386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参考答案 / 评分点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B6C078-79FE-4340-8992-8F1D8458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386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明确判题依据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476FA5-2621-4388-9C3B-77D008B23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5136AB-0B37-44FC-BF73-28E945EA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7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风险等级 / 标签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D7663C9-CD1F-4B4A-804F-E208B1FA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672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支持加权与筛选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685C1C-8AC0-44ED-9E9F-9E68F1D0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F89144-4615-483A-BA81-4E003608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959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版本 / 实际输出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C6D7E7-9B81-4EC1-BED9-AF26E6302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959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支持回归比较</a:t>
            </a:r>
          </a:p>
        </p:txBody>
      </p:sp>
    </p:spTree>
    <p:extLst>
      <p:ext uri="{BB962C8B-B14F-4D97-AF65-F5344CB8AC3E}">
        <p14:creationId xmlns:p14="http://schemas.microsoft.com/office/powerpoint/2010/main" val="4073090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26EF85-8B45-46FD-96EA-E10BBAA8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B3DAB2-E1E0-410A-BA81-9466C495D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BF12A-5A55-4844-AB24-F7BF11A8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9A6BDA-E24D-4882-A17D-C8EC1C81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14377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7550EF4-3C55-4CB9-83AD-644EC679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评测用例示例：促销叠加规则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ECD87E-64F0-4EC4-94EB-F1FF08B1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D531CD-29AE-4BE8-9281-11D1542C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2E9"/>
                </a:solidFill>
              </a:defRPr>
            </a:pPr>
            <a:r>
              <a:rPr sz="2025" b="1">
                <a:solidFill>
                  <a:srgbClr val="F5F2E9"/>
                </a:solidFill>
              </a:rPr>
              <a:t>用户：会员券能和满减活动同时使用吗？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87D452-185C-4D42-950F-AE608768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E3BB49-CE6E-4D2A-A4CF-358A9B33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657"/>
                </a:solidFill>
              </a:defRPr>
            </a:pPr>
            <a:r>
              <a:rPr sz="1050" b="1">
                <a:solidFill>
                  <a:srgbClr val="FF7657"/>
                </a:solidFill>
              </a:rPr>
              <a:t>SCORING 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839CB0-9C8F-4D5C-80A5-F2312AB7D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评分点：说明适用条件；不得承诺所有门店通用；信息不足时引导核验活动页。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AE6C79-4DAE-4647-8CCE-E170A8F9D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6DA81A-D6DE-43B1-B8A5-73BFF1D26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业务规则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21CA60-6A54-4ECE-B9EE-35A32C4A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044DCB-78CC-4625-B69C-1240326B3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高频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2AD6C7-DD6D-41B9-B577-EEB25C45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0CCEFC-99AF-4FE6-98B6-4DE6C4B1C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中风险</a:t>
            </a:r>
          </a:p>
        </p:txBody>
      </p:sp>
    </p:spTree>
    <p:extLst>
      <p:ext uri="{BB962C8B-B14F-4D97-AF65-F5344CB8AC3E}">
        <p14:creationId xmlns:p14="http://schemas.microsoft.com/office/powerpoint/2010/main" val="177406803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58442-5B9A-479F-AC12-7677354D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EB8002-78AB-42A8-900C-C5AAAC1DA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C6B5C2-BA63-4BEE-90E2-416E7945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15DF33-8643-4B98-B723-AFAC3465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29725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A0E212-754E-424B-A719-45C6AF4D8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语义相似度的作用与边界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AA8523-DDD0-4C8C-A4CF-7644DE3A1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187B55-7051-4490-AA78-44DA359D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适合判断表达接近度，不适合单独判断事实真伪。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6413D0-7EAC-4E0D-9D04-6E16F9DCC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它比较答案在语义空间中的距离，而不是逐字比对。</a:t>
            </a:r>
          </a:p>
        </p:txBody>
      </p:sp>
    </p:spTree>
    <p:extLst>
      <p:ext uri="{BB962C8B-B14F-4D97-AF65-F5344CB8AC3E}">
        <p14:creationId xmlns:p14="http://schemas.microsoft.com/office/powerpoint/2010/main" val="27101746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A38854-273A-4E48-B48A-A2A00378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47274E-11D8-4B88-812E-E082AF98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29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7BA0C90-380E-4147-A106-36646624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5F2A44-901D-4512-ADBD-5F4CDE408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45072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980D498-71BB-4631-BC59-CD09A8F57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余弦相似度的基本原理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AD596E1A-D2DF-48CC-8D53-12DDE4EA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方向越接近，相似度越高；但“方向接近”不代表关键事实一定正确。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B1740E-245C-4CB7-930A-635593A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FC6A7-2F09-4387-B9A1-2D27D094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33625"/>
            <a:ext cx="3619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0" b="1">
                <a:solidFill>
                  <a:srgbClr val="36D6C2"/>
                </a:solidFill>
              </a:defRPr>
            </a:pPr>
            <a:r>
              <a:rPr sz="6750" b="1">
                <a:solidFill>
                  <a:srgbClr val="36D6C2"/>
                </a:solidFill>
              </a:rPr>
              <a:t>0.86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995C8B-F57A-4DB3-AFCE-BE920C4B2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005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B5BC"/>
                </a:solidFill>
              </a:defRPr>
            </a:pPr>
            <a:r>
              <a:rPr sz="1800" b="1">
                <a:solidFill>
                  <a:srgbClr val="A7B5BC"/>
                </a:solidFill>
              </a:rPr>
              <a:t>语义接近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9E0E0F-2811-4014-B9C8-7F09DFC4B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6D6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EC5366-D5FA-401C-A6EE-237E7CC10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2895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76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CA5C51-B261-4445-A8B5-AD667A93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答案A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28D2D0E-CFF3-407E-8E30-CDB279C6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38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答案B</a:t>
            </a:r>
          </a:p>
        </p:txBody>
      </p:sp>
    </p:spTree>
    <p:extLst>
      <p:ext uri="{BB962C8B-B14F-4D97-AF65-F5344CB8AC3E}">
        <p14:creationId xmlns:p14="http://schemas.microsoft.com/office/powerpoint/2010/main" val="105682318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5968D3-FD0A-4674-A585-EDD1B74B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6EF8C7-AC38-4AC2-8336-65632B57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FEE17A-20F1-459A-99A8-8153D09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F880A3-8127-495F-9578-7A3445314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60419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A283C72-E6A1-492E-8C25-04F42A04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语义相似度评测示例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52F64-18CC-48DA-8334-6375A5B5C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32908C-B73A-4132-85E9-01B2A2E6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2E9"/>
                </a:solidFill>
              </a:defRPr>
            </a:pPr>
            <a:r>
              <a:rPr sz="2025" b="1">
                <a:solidFill>
                  <a:srgbClr val="F5F2E9"/>
                </a:solidFill>
              </a:rPr>
              <a:t>参考：订单付款后24小时内可以申请取消。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53AEDB-9127-4895-944F-6FF3CDA37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0CCCF-1901-4FC2-B457-1D1018E1A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657"/>
                </a:solidFill>
              </a:defRPr>
            </a:pPr>
            <a:r>
              <a:rPr sz="1050" b="1">
                <a:solidFill>
                  <a:srgbClr val="FF7657"/>
                </a:solidFill>
              </a:rPr>
              <a:t>SCORING 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02C6B6-EA52-4ECD-A6D2-949D1F31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AI：支付完成后的1天内，用户仍可发起取消申请。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C25458-DD23-4FDB-83A2-741460E6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67AEB2-4A4E-4239-B3E9-CB6929C6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核心条件一致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0CF6A5-8DDB-4C1D-9BBA-E7A78FD84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9F3734-51CF-407F-B93C-4F9CE261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表达不同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5CAF4E-9B9C-4D3E-99BD-DB903523A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450EAE-68DD-4630-9C5C-55E3F53C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高相似</a:t>
            </a:r>
          </a:p>
        </p:txBody>
      </p:sp>
    </p:spTree>
    <p:extLst>
      <p:ext uri="{BB962C8B-B14F-4D97-AF65-F5344CB8AC3E}">
        <p14:creationId xmlns:p14="http://schemas.microsoft.com/office/powerpoint/2010/main" val="1955030707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1D111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D9640A-E6D0-4850-825A-EAA91092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2E2E1-6E9D-482C-8EAF-2974C1F3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C03D81-A952-4FB5-A52D-23F4A4495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5279E6-113F-46E4-9FBF-52B0EDE4A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75767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0EFC5B9-E975-4255-A3CE-72CB08FFE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语义相似度的局限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35494C-9B52-486D-BDD3-251DED02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17DE6F-F0B0-4F3F-B087-BE5B7854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5DC7AC-70C6-4D38-947E-FC8D19F2A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参考答案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326188-CC21-4E91-ABC5-36C83E3B0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F7657"/>
                </a:solidFill>
              </a:defRPr>
            </a:pPr>
            <a:r>
              <a:rPr sz="2025" b="1">
                <a:solidFill>
                  <a:srgbClr val="FF7657"/>
                </a:solidFill>
              </a:rPr>
              <a:t>AI答案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37BC51-093F-4D46-B137-A62FB7CA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退款到账：3—5个工作日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BCCAD-E530-4AD8-80C9-D47D3184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退款到账：5—7个工作日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F5E2B2-4D4E-4B69-842D-C2CC3A06F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其余表达几乎完全相同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232ABB-CE51-419E-AF4F-7F4BBC278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695950"/>
            <a:ext cx="1076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657"/>
                </a:solidFill>
              </a:defRPr>
            </a:pPr>
            <a:r>
              <a:rPr sz="1500" b="1">
                <a:solidFill>
                  <a:srgbClr val="FF7657"/>
                </a:solidFill>
              </a:rPr>
              <a:t>一个关键数字错误，足以让答案不可用</a:t>
            </a:r>
          </a:p>
        </p:txBody>
      </p:sp>
    </p:spTree>
    <p:extLst>
      <p:ext uri="{BB962C8B-B14F-4D97-AF65-F5344CB8AC3E}">
        <p14:creationId xmlns:p14="http://schemas.microsoft.com/office/powerpoint/2010/main" val="1094218262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0DA26B-59E8-401C-A0B0-CDBD884C0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230F1B-CEB6-4302-B0A0-BFD1BE9FB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1E0271-BAB8-4F96-B62E-59DAB0F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BCAAE5-3266-47A9-A749-CF57F5CA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491114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E13E033-261E-46BB-B034-DB2DCDA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AI产品的四种评测方法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F566312-8EF1-41C5-BEA6-B98473293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3C5B38-259A-4034-9ED1-2020BB019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32307A-A8B0-4369-85E8-EA0580FB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精确匹配 / 规则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ECA7B9-665F-419E-BEB4-6F7BB8340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1CCF7C-511E-45A8-A203-7604F4FD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0DCF7C-D414-4CD6-85EA-55F194204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语义相似度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E83AAB-EAEE-4402-8298-99BB7556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3D4727-3FF7-4301-9347-985A38B6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4FCE42-51AD-4A11-9AFB-13FEB73B8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LLM-as-Judge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C32D30-C0F3-485D-B8C2-3982D27FA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41EFF6-721E-4C6F-8F9C-FC225DCFF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D68E71-908F-445B-ACBC-86304D8BC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人工评审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7105A4-176F-421B-BC3E-CDD048DE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客观字段用规则，开放答案用语义与裁判，关键决策由人工校准。</a:t>
            </a:r>
          </a:p>
        </p:txBody>
      </p:sp>
    </p:spTree>
    <p:extLst>
      <p:ext uri="{BB962C8B-B14F-4D97-AF65-F5344CB8AC3E}">
        <p14:creationId xmlns:p14="http://schemas.microsoft.com/office/powerpoint/2010/main" val="1295376112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9EA45E-9F3F-487A-BCA6-BAAE8B3F0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F04ABE-DC74-4606-90A7-F1FDEBBDA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7FBC37-2223-439D-BA9C-4DDDB0E0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9FCB3F-B52C-4251-B823-C3812213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06461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BBE1017-6FA5-47B4-A6A0-81D0BB1BA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方法一：精确匹配与规则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49798F6E-33EC-48D1-8284-140307361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适合明确、可枚举、不可妥协的判断。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EB00C0-12BE-4A72-B037-D14351CA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31CBF2-2BEF-46DE-98CA-1B00BE69F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关键词、格式、JSON Schema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A063D5-CDA8-4A00-8498-DAE3B2E1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07BE7-3564-4FAA-918A-C19FC90A6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金额、日期、枚举值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393DA0-60E4-4470-B74C-9639B3C8A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A79374-1718-4FB0-987C-EEB853BE1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禁答词、敏感信息、必含提示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5A8444-2045-4846-B527-AA8F2691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15000"/>
            <a:ext cx="942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D6C2"/>
                </a:solidFill>
              </a:defRPr>
            </a:pPr>
            <a:r>
              <a:rPr sz="1350" b="1">
                <a:solidFill>
                  <a:srgbClr val="36D6C2"/>
                </a:solidFill>
              </a:rPr>
              <a:t>优点：稳定、便宜、可解释｜局限：覆盖不了开放表达</a:t>
            </a:r>
          </a:p>
        </p:txBody>
      </p:sp>
    </p:spTree>
    <p:extLst>
      <p:ext uri="{BB962C8B-B14F-4D97-AF65-F5344CB8AC3E}">
        <p14:creationId xmlns:p14="http://schemas.microsoft.com/office/powerpoint/2010/main" val="32163308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6E21D4-F131-49A1-BF98-C8E33F46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C5168C-7C9B-466E-9020-2CC1121F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067FE7-BD1C-4F89-9780-2ECA1A01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B30855-94E9-4BAE-8677-9DCC47B4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21809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BAE8778-A532-4089-8CDE-AE92DF5E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方法二：语义相似度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27D38503-4E16-40A6-B192-4BBBA9533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适合参考答案明确、表达方式多样的任务。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AA3B58-3F10-4F71-8432-9F23ED01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CFFB6A-0E8F-4104-9E87-2C6B7FB96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FAQ问答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E5EF86-78BE-4E37-BEF4-7052CE51B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20E3A8-BA34-4089-B2F6-2440D142F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摘要主旨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B2BB9EB-007D-4A2B-ACBB-41D762642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2A10E9-EF63-4559-BBD8-B8D7C654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意图或主题匹配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635948-08B8-4DBF-A31E-E5DA555A1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15000"/>
            <a:ext cx="942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D6C2"/>
                </a:solidFill>
              </a:defRPr>
            </a:pPr>
            <a:r>
              <a:rPr sz="1350" b="1">
                <a:solidFill>
                  <a:srgbClr val="36D6C2"/>
                </a:solidFill>
              </a:rPr>
              <a:t>优点：规模化｜局限：可能放过关键事实错误</a:t>
            </a:r>
          </a:p>
        </p:txBody>
      </p:sp>
    </p:spTree>
    <p:extLst>
      <p:ext uri="{BB962C8B-B14F-4D97-AF65-F5344CB8AC3E}">
        <p14:creationId xmlns:p14="http://schemas.microsoft.com/office/powerpoint/2010/main" val="825429469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6B6271-67C9-4F3D-B92F-10C68FD45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31686E-F206-4CAC-8D64-55C7DC06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FD5D2A-F060-41A8-84DA-06D782C6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9B8AF6-3A68-400E-A3B4-BB1B6D41B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37156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2ADA55-9C73-443C-BDE9-8E0520954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方法三：LLM-as-Judge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77D8EF04-0C5A-45F1-B20D-6A6A6A0D4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让模型按照评分维度、评分点和红线给出判断。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D0CFDD-1E9C-4BE4-BB6F-F6BCA40F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35B43A-66E3-4FAE-9211-33CE09905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开放式回答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F48C1A-D04E-4FE2-A292-1C1587856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255D8E-9C1F-4B26-A02F-1044F86B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多维质量评分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D2AC2D-5141-4343-B610-9F8B4509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CD4F4F-145E-4F03-B24A-9E1802152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批量解释失败原因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4B94E17-C4BD-45CF-B5A7-B4A9DED9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15000"/>
            <a:ext cx="942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D6C2"/>
                </a:solidFill>
              </a:defRPr>
            </a:pPr>
            <a:r>
              <a:rPr sz="1350" b="1">
                <a:solidFill>
                  <a:srgbClr val="36D6C2"/>
                </a:solidFill>
              </a:rPr>
              <a:t>优点：灵活｜局限：裁判也会偏、会漂移、会被提示影响</a:t>
            </a:r>
          </a:p>
        </p:txBody>
      </p:sp>
    </p:spTree>
    <p:extLst>
      <p:ext uri="{BB962C8B-B14F-4D97-AF65-F5344CB8AC3E}">
        <p14:creationId xmlns:p14="http://schemas.microsoft.com/office/powerpoint/2010/main" val="1704880270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1E2384-CCF5-4A3A-84E7-85EA7CB23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87A60-18B2-4998-9D89-6A562D441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5FAA9B-5824-4285-864C-B468E78A1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EA2B2F-CC8C-477F-B7A1-48A333409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52503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A029312-CF21-4FFF-BBC9-F497CB41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方法四：人工评审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31D0BD9D-3FBD-491D-BBBA-56D9923F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用于高风险终审、疑难样本和自动评分校准。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0E825C-489D-4899-968A-095A38B74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40A896-04A6-4137-B0F8-2250124D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2E9"/>
                </a:solidFill>
              </a:defRPr>
            </a:pPr>
            <a:r>
              <a:rPr sz="1800" b="1">
                <a:solidFill>
                  <a:srgbClr val="F5F2E9"/>
                </a:solidFill>
              </a:rPr>
              <a:t>定义金标准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498A71-B14F-4337-9033-90FC7101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2578DD-9C52-4B33-80EC-6BDF605B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复核边界案例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77DE03-A389-4F7B-8655-B0FB1293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85662B-638F-484A-BCFE-EA96F01D2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抽查自动评测偏差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A48436-4EEB-4863-8B5A-56BE0165E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15000"/>
            <a:ext cx="942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D6C2"/>
                </a:solidFill>
              </a:defRPr>
            </a:pPr>
            <a:r>
              <a:rPr sz="1350" b="1">
                <a:solidFill>
                  <a:srgbClr val="36D6C2"/>
                </a:solidFill>
              </a:rPr>
              <a:t>不要把人工评审当成“无限人肉测试”。</a:t>
            </a:r>
          </a:p>
        </p:txBody>
      </p:sp>
    </p:spTree>
    <p:extLst>
      <p:ext uri="{BB962C8B-B14F-4D97-AF65-F5344CB8AC3E}">
        <p14:creationId xmlns:p14="http://schemas.microsoft.com/office/powerpoint/2010/main" val="990047710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4D32CE-C02A-49C1-B9ED-AD21E6D9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4206E9-9D0E-4407-BE12-BE00BBDF0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7802E8-95F6-4150-BDC7-01E5B212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066BED-719F-4D3D-BB08-0E5B7CD89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67851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56B852-F9FF-4F91-9FB4-D17758B6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AI输出质量的五个评测维度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CE2B7C-610F-4908-8330-BA06AE30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BB3A73-F7C7-4371-B6E1-C44978958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0DA4D9-C686-49FB-ACB9-3C73AD83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正确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DFD28C-5F05-4BC2-A062-60E0C4FB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32F203-D73B-458A-A1A6-2A22ED622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7BA1E-878A-4899-88C9-0B9E7D85F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相关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8E767A-5085-40B8-B55A-15F97350A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D5651D-7D67-4AC1-A405-E0240E7B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576735-566C-4474-9DCD-29B3305E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完整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1DD59-3B5C-46C3-B111-DA9FE877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81352D-728D-4573-A42C-E8FFE6178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4BFC39-0A74-473D-9014-63528EC9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安全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CFC74E2-D67B-4447-9AED-4673DBEC6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BEE9D4-0CCA-4803-A872-B09756CEE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86050"/>
            <a:ext cx="19812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DC7069-5ABD-453D-AA88-D6F998B6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905125"/>
            <a:ext cx="18859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风格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C0A85B-9F46-4280-8332-EE90AAB78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不同业务可以增删维度，但必须写清定义、评分点和红线。</a:t>
            </a:r>
          </a:p>
        </p:txBody>
      </p:sp>
    </p:spTree>
    <p:extLst>
      <p:ext uri="{BB962C8B-B14F-4D97-AF65-F5344CB8AC3E}">
        <p14:creationId xmlns:p14="http://schemas.microsoft.com/office/powerpoint/2010/main" val="1149361715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8C90C6-1E9B-4877-AD60-D8E8C92AC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EB57A7-AF72-4073-8375-1748269B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1D512A-C217-460B-8F57-BEFC04E7E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CF72E9-A444-4F9D-AD2D-244727D9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83198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82B6C77-1F92-4565-9616-CB1B3842C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评测维度与判分方法的匹配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E46813-B119-486A-B443-B4408D887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428183-C93A-458A-9AB3-2ED78FF38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维度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D83AD2-8895-4A44-9700-F93DBDCB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52675"/>
            <a:ext cx="7296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优先方法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BA0F93-5560-4A1C-987E-CD6C9DCCB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A49EB8-684C-49E6-A0D7-ED33B5B3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813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正确性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B03708-6BF2-448A-9373-FCCEBB6AE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813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规则＋人工/LLM｜核对关键事实与数字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A5F8E1E-568B-48CC-A575-0B65A1ECC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2F0BC7-C07B-4D33-A57B-EF538FEEE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相关性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8C6465-9640-42E4-A5C4-C2BD7C0C0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099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语义＋LLM｜避免答非所问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46076EA-D835-488C-801A-9BE276F7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E94EC8-9F52-4658-904C-CF63383A0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386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完整性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7B1484-7B13-4675-BB76-63DA26D0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386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评分点覆盖｜检查必要步骤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281AD9B-2C90-491E-9F77-99D3E3FB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5DF1D12-07DE-4B5C-B699-D872DC220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7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安全性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F6537E-3A14-4A66-837A-919FA040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672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规则＋人工｜红线单独统计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91ECCC-C017-401B-8DA8-C0DC33109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AE1B41-ACA9-47C1-ADC3-91A3832F9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959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风格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CF60EFD-A4FB-4BD4-BB87-6B42D70D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959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LLM＋抽检｜统一语气与格式</a:t>
            </a:r>
          </a:p>
        </p:txBody>
      </p:sp>
    </p:spTree>
    <p:extLst>
      <p:ext uri="{BB962C8B-B14F-4D97-AF65-F5344CB8AC3E}">
        <p14:creationId xmlns:p14="http://schemas.microsoft.com/office/powerpoint/2010/main" val="19734935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77A72F-54E0-4713-9A45-5DEBA8A26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20A80A-2A82-4885-A468-9C5E0A77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39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4A0389-3B7F-4160-94DA-9D2D3611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01468C-F2A7-475A-91D7-D389DE616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59854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073374B-1A4B-431D-BC43-1BF03F30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自动化评测的适用场景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3748D-6FB8-4F40-BA0C-9A986F12D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D4EDB0-D9F7-4D2D-91FA-06639E53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自动化负责规模，人工负责标准和校准。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4BEBE7-4B72-41CF-84D8-D2E01A0D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当题库从20条增长到2000条，人工逐题检查不再可持续。</a:t>
            </a:r>
          </a:p>
        </p:txBody>
      </p:sp>
    </p:spTree>
    <p:extLst>
      <p:ext uri="{BB962C8B-B14F-4D97-AF65-F5344CB8AC3E}">
        <p14:creationId xmlns:p14="http://schemas.microsoft.com/office/powerpoint/2010/main" val="397244337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035679-E9D0-4E62-B5E9-8C1EE6DB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C16727-0A6D-466B-8D91-6A6974E61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E403B-EA03-44B5-B773-249BF638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0B5C67-076E-4A63-80FB-8957993D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13893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F34C16-C762-4688-8FB5-CEA2B401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Eval的定义</a:t>
            </a:r>
          </a:p>
        </p:txBody>
      </p:sp>
      <p:sp>
        <p:nvSpPr>
          <p:cNvPr id="6" name="slide-lead">
            <a:extLst xmlns:a="http://schemas.openxmlformats.org/drawingml/2006/main">
              <a:ext uri="{FF2B5EF4-FFF2-40B4-BE49-F238E27FC236}">
                <a16:creationId xmlns:a16="http://schemas.microsoft.com/office/drawing/2014/main" id="{057947A8-EC68-4FF1-9EED-A61ECC1F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7B5BC"/>
                </a:solidFill>
              </a:defRPr>
            </a:pPr>
            <a:r>
              <a:rPr sz="1575" b="0">
                <a:solidFill>
                  <a:srgbClr val="A7B5BC"/>
                </a:solidFill>
              </a:rPr>
              <a:t>固定一套题，用统一规则判卷，并在每次版本变化后重复运行。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E049F5-C875-4D97-A724-6B0D63F8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DC7A28-47B3-4384-BD9F-251CAFD5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333625"/>
            <a:ext cx="3619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0" b="1">
                <a:solidFill>
                  <a:srgbClr val="36D6C2"/>
                </a:solidFill>
              </a:defRPr>
            </a:pPr>
            <a:r>
              <a:rPr sz="6750" b="1">
                <a:solidFill>
                  <a:srgbClr val="36D6C2"/>
                </a:solidFill>
              </a:rPr>
              <a:t>同题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6C8B3-6EF7-40A4-AF4B-AF0BBDD99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0005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A7B5BC"/>
                </a:solidFill>
              </a:defRPr>
            </a:pPr>
            <a:r>
              <a:rPr sz="1800" b="1">
                <a:solidFill>
                  <a:srgbClr val="A7B5BC"/>
                </a:solidFill>
              </a:rPr>
              <a:t>同尺 · 同流程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6DB105-80D1-4653-A0FF-840CCFB9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3365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36D6C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E5FD89-3891-4D55-BF00-0244BF28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28950"/>
            <a:ext cx="1524000" cy="15240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76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F7A3C8C-5A1C-4C78-851B-E424D6E6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1432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答案A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52CE45-84B3-4F1C-9009-B74F9AF5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638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答案B</a:t>
            </a:r>
          </a:p>
        </p:txBody>
      </p:sp>
    </p:spTree>
    <p:extLst>
      <p:ext uri="{BB962C8B-B14F-4D97-AF65-F5344CB8AC3E}">
        <p14:creationId xmlns:p14="http://schemas.microsoft.com/office/powerpoint/2010/main" val="697253995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038762-8CBF-4796-8C0E-A3EEA92A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B2D1FE-10BD-4EE7-9D4B-D6D0D734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054051-4220-4905-A067-B43ABECB2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B4B447-414F-48C8-B03C-39CD6235B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29240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1920AB5-AF84-4257-B6C2-44F23D18B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评测集的设计方法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88E9A9-ED57-4314-8C71-04BC9302E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832966-EEB3-4B11-A261-3BCCD70A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CE1EB-335B-49E0-B93A-9498AEE3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4B1CCD-85A0-4B44-A923-78EC1042F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按业务场景分层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99925-D390-4C81-8994-38057097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8532D9-A98A-4AC6-AAB1-7E3CB9B55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B37BEE-B624-4B07-A4B2-A27F9043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498706-CEFE-4349-954B-C1A86DB6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加入边界与无答案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E6CB3-A662-4DA6-B9BF-8B97ED2B2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877740-938E-4F6A-874F-11D5FFB97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011DD2-C622-4984-8448-09C4E21E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4354DD-6F07-44E9-B40E-5A9D0852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保留历史 Bad Case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B8FE2D-0580-4FC5-8C05-304ED1573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FE7B51-4C95-4145-BF64-F0F2309D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EA26C9-B9DE-4056-8D77-076B8B8C8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标记频率与风险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FECC86-6263-4633-8563-634407A6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题库代表什么，最终分数就代表什么。</a:t>
            </a:r>
          </a:p>
        </p:txBody>
      </p:sp>
    </p:spTree>
    <p:extLst>
      <p:ext uri="{BB962C8B-B14F-4D97-AF65-F5344CB8AC3E}">
        <p14:creationId xmlns:p14="http://schemas.microsoft.com/office/powerpoint/2010/main" val="304170839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B6C166-CED2-40E7-B62F-F165E00C9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B8A894-B0A5-43F7-8D30-3C940C86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53F0ED-2CF2-4073-A229-EA251F34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35E033-3D84-4766-B291-B728E3968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44587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EA4299-0332-459E-9526-DE0D551F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评分点与红线的定义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820A41-8947-4754-B113-046662D5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95E989-D80C-4A40-965D-CD3821C83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6373F1-E314-47F1-AA36-0BF70784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F04B23-3F36-43F2-B63A-DE0E80D3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写清理想答案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5927A8-9BAE-4E3D-87CF-90AF0F40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0AC743-8BA8-4A07-9025-2F8E9A889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EAD6E4-B7AD-4B2C-B13C-7E676FA9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5F9D0-7A1B-48A9-9E55-DB41D014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拆出必含信息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426307-71F7-4E66-826E-9CE18699C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EDFFEF-02B2-4243-9BAC-4C0E0A56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DF7A80-8A61-4914-9ED6-D8410961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523DC8-4ADD-4619-9283-86811F000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定义可接受变体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7F9452-67A1-4096-9173-98B0DFAF0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759CC9-5C7A-43C1-9228-44B4BA1E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EB438F-2B51-4B76-ABC9-F6B311FE3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列出一票否决项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D72356-3EF7-4766-A5A8-9E243A735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先写判卷规则，再看模型答案，避免事后迁就。</a:t>
            </a:r>
          </a:p>
        </p:txBody>
      </p:sp>
    </p:spTree>
    <p:extLst>
      <p:ext uri="{BB962C8B-B14F-4D97-AF65-F5344CB8AC3E}">
        <p14:creationId xmlns:p14="http://schemas.microsoft.com/office/powerpoint/2010/main" val="205812211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E50E76-C1D0-4CF4-8D65-B07FB22C9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DBC502-00B3-4421-8D34-FDAC8432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5656F5-B509-42F2-AE8B-5ECE4C6AD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060C15-4755-4D68-ABB6-85BD63E6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59934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CD2D4E-2CB3-479C-B17A-D1FD3170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评分方法的选择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2C0DD-9F8A-4214-B187-F45307CA7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7AA31-266F-40BB-8544-661042250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BA3EC6-505F-4D01-9634-9E9E3BFA8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EC9760-3304-431A-8BC0-06D369BD3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规则判硬条件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88FE9D-E998-4FC4-B0A7-11598CDFE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97DF02-E01B-4FA3-9EA2-FC15BEA61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417219-660E-470D-BE63-B7C4AEB03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80542A-A12A-4B6B-B8C0-5F918B0C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相似度看语义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B5438C-3F48-4BF6-93E1-6B65A9939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C0DB9-BC63-42C0-BA71-8D0AC981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4637A5-2543-4353-9F57-BDAA4CA7E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A83CB4-2651-4E28-B782-1C45141B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LLM判开放质量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E3C8BB-5AF8-4FFE-B01E-386F5ACB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7D1207-1692-4C43-BCC9-E7256642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6A51F2-176A-42CB-9178-CD1CC490A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人工做终审校准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94A11-39CE-4693-AF5E-9F59FE78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组合方法比单一总分更可信。</a:t>
            </a:r>
          </a:p>
        </p:txBody>
      </p:sp>
    </p:spTree>
    <p:extLst>
      <p:ext uri="{BB962C8B-B14F-4D97-AF65-F5344CB8AC3E}">
        <p14:creationId xmlns:p14="http://schemas.microsoft.com/office/powerpoint/2010/main" val="688326786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CAD710-EDA7-471F-B38B-49DF01E2B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A91094-0308-4627-A05E-3E2F1D5B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115FDB-0282-48C2-BC43-E18778A5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27597B-B88E-4E3E-BBBA-180B54ABB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75282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4CA452-B92C-4956-B15D-E4ED6077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自动评测中心的核心模块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93B5CF-6279-40AB-A7DE-E7096222B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C88D62-A509-4A9D-A697-21DCC065F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BFBD7-2DEF-4FF2-A753-1F0F3D7FC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用例库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4C892-F500-4CC5-A039-2A7DB75D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5A3CFA-DFE1-4768-863C-FC44B66B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060797-8025-490C-995F-716F627C5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批量运行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0EF8D0-5911-40BC-9028-99DF00AD0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E90B69-8303-4E35-871B-59786015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CFCF27-F4D4-4365-8EC0-E1A03738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评分与归因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DB7531-944A-452E-BD05-8BB2C3EE4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E0E7BD-E8C2-4F4F-A381-C6CF7BFDB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9F1633-AE74-4265-A942-28D25908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版本对比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B8F4F0-56B6-4E27-B426-5852F533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产品经理不一定写平台，但必须定义平台要回答的问题。</a:t>
            </a:r>
          </a:p>
        </p:txBody>
      </p:sp>
    </p:spTree>
    <p:extLst>
      <p:ext uri="{BB962C8B-B14F-4D97-AF65-F5344CB8AC3E}">
        <p14:creationId xmlns:p14="http://schemas.microsoft.com/office/powerpoint/2010/main" val="1515685139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57E8A9-4E42-4139-9AB9-72DC4AB09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CBADBE-3657-4FE1-8749-50D3C022E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25A9DF-A523-4D07-92DF-0B3D37446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791B8D-09A7-43D1-A5A4-81E1C227E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690629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F15CBE3-8BB7-42B7-8DB2-2F0CF95D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批量评测的执行与结果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1CE21-C02B-4726-A5C4-6A3C935F0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EA5083-5F13-44F4-BED6-CBD5BA90E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选择版本与评测集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B83C0-2E0E-4B0F-83AB-90B005503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AE7319-5F4C-421D-B40A-38C0BF37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19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批量发送请求并留存输出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E70F2A-8CF9-455A-82F0-6DF6E8E2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EA2022-4DE3-42D4-A5ED-26925159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052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按维度自动评分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93A4337-4296-41B4-9968-EB10603F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2CF692-68A2-44CA-96A6-9DC49CB83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910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筛选低分与红线用例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BA20E2-6C89-458E-9532-1894CCB34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C237C9-063E-452D-A746-5D019C7C0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生成版本对比报告</a:t>
            </a:r>
          </a:p>
        </p:txBody>
      </p:sp>
    </p:spTree>
    <p:extLst>
      <p:ext uri="{BB962C8B-B14F-4D97-AF65-F5344CB8AC3E}">
        <p14:creationId xmlns:p14="http://schemas.microsoft.com/office/powerpoint/2010/main" val="38859181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E2B7458-5DBA-421B-9444-3A88F752F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1A1B61-AAB2-4DF4-BA09-F0FC9D2C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30FF08-3418-4CAA-8F05-8BBAF40C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68D2D-22EC-4265-8338-A6F29154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05976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58F350-A7D3-4AD5-9F42-1598F32B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自动测试 Agent 的工作流程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581DB0-0FBE-4D04-B60F-AAF7B916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B0834A-6926-4C3E-B22F-C0AA6852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2E6F2-BD7B-4DD3-A33E-D069E4F32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F0298-7B8C-478A-91B6-4698C0A5A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Test Case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94E91E-CE12-4284-B785-BEEF49B59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E2DA28-1C02-45F6-99A0-761B8B3D8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92DE4E-4EBC-4F9D-AE0A-DD2B5EE5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E01BC-CE4D-42BB-B2AF-55DA30FF0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被测产品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61E307-F3C8-4331-BF2E-732ADEC1F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780766-190E-4E92-8A38-7853776D6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9D2BCC-E138-44C3-8C33-EB5A94621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5F22FD-980D-4E42-9EE2-1D708D08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Judge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881874-E9F9-41F2-B177-15241FFD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B622C0-BB42-4A05-B4BB-C7C86B14A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914A29-1CCF-4AD3-8B69-49D349F7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3904FE5-25D5-488A-845B-A8C4E933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结果库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437035-446D-40F9-84EB-EC6B1B1C9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395D32-D273-44AB-A1B5-2D7F4231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57431B1-7B1F-45AF-A03E-7B48B30D2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报告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0B2ABF-0BA0-4E0C-9D5A-3C6F7F7AD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关键不是“用了Agent”，而是过程可重复、结果可审计。</a:t>
            </a:r>
          </a:p>
        </p:txBody>
      </p:sp>
    </p:spTree>
    <p:extLst>
      <p:ext uri="{BB962C8B-B14F-4D97-AF65-F5344CB8AC3E}">
        <p14:creationId xmlns:p14="http://schemas.microsoft.com/office/powerpoint/2010/main" val="1374967352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AB979B-4176-4FCD-882D-34C5FF8E0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37951A-A293-46D4-9643-E6F91F451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5AD015-D534-49D9-828C-68CE0C57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226C9E-76EA-4B1D-8AD8-342809562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21324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5DF9D94-C50E-47C9-828A-947C3C5F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AI扩写评测用例的方法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BC23F-3B3F-464C-B0DE-B3B22CDB2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503E73-83AA-43FE-B64C-60DE2AD66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D7FE1D-BEED-4B28-8405-65ED68643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C15D6-D111-4C5F-BC96-3FA6919BC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给定原始样本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D0643D-3D60-42C8-918A-BAD80EF6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D7304B-8C49-4CF9-9595-B330C31B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37E670-9ED8-47FE-B6DC-155BDA66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BCBDCB-20BD-4D9B-9490-B77462FDD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指定变化维度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00CBA2-EEA5-4117-939E-B32E2C9F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5C19EB-8CAC-49EC-A0A1-77B62A81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0010D0-B9D7-41F0-A3A3-4CE63E09E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5BC09A-B722-4A7A-A9B6-8D6B80D5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生成表达变体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217159-9A78-4EB3-B8E2-28AC68963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4E73D-3A12-49D0-9CBF-E62640AF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9F17A6-995C-4911-83AE-54CA356E0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82C64B-49EF-4E27-89D4-82D2F0535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人工抽检去重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8E83FC-FA27-4CF7-9534-BE8B95FBC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CEE2C9-96BE-491E-A80F-F4E268B7F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000664-8740-4214-ADC2-FA65CB48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加入候选题库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0F314A-E34C-4653-AE1F-5AAC2529C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扩写用于覆盖，不用于凭空创造业务规则。</a:t>
            </a:r>
          </a:p>
        </p:txBody>
      </p:sp>
    </p:spTree>
    <p:extLst>
      <p:ext uri="{BB962C8B-B14F-4D97-AF65-F5344CB8AC3E}">
        <p14:creationId xmlns:p14="http://schemas.microsoft.com/office/powerpoint/2010/main" val="1557924915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3629AF-3662-443D-8613-51223F42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960EB7-264F-417F-99A8-516638109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D45C48-1E6A-4BCC-88F5-FCEC20F5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4C27C2-B713-4AAA-93C2-F5745398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36671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9D7C326-9E84-4E25-B164-322C6674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Judge Prompt 的设计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B4FCC9-85AE-4049-94BC-FAF92584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87099E-B707-4812-9071-9D478607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71750"/>
            <a:ext cx="1009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5F2E9"/>
                </a:solidFill>
              </a:defRPr>
            </a:pPr>
            <a:r>
              <a:rPr sz="2025" b="1">
                <a:solidFill>
                  <a:srgbClr val="F5F2E9"/>
                </a:solidFill>
              </a:rPr>
              <a:t>请按正确性、完整性、安全性分别评分，并引用答案证据。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70C9E6-8CB5-48C6-A436-02CAC6800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638550"/>
            <a:ext cx="10763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5EDB94-4F74-482D-A64C-AF1A41811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052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7657"/>
                </a:solidFill>
              </a:defRPr>
            </a:pPr>
            <a:r>
              <a:rPr sz="1050" b="1">
                <a:solidFill>
                  <a:srgbClr val="FF7657"/>
                </a:solidFill>
              </a:rPr>
              <a:t>SCORING POINTS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BF20AE-2255-4E7F-BAC6-DC89167D3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05300"/>
            <a:ext cx="1028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红线：若虚构政策、越权承诺或泄露隐私，则安全性直接为0，并标记原因。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9AB50A-CB1C-4B00-BB85-47C9F43A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753FA16-1300-4A21-8709-772D6509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维度定义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B66AF7-A386-4C0B-B405-1023CFB9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A0005E-D442-4F2C-A4D4-30704994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评分锚点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357487-0EE0-4D5B-B34E-ED64A7563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524500"/>
            <a:ext cx="18669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28EE30-B9CB-4547-803E-8673DBE3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561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输出JSON</a:t>
            </a:r>
          </a:p>
        </p:txBody>
      </p:sp>
    </p:spTree>
    <p:extLst>
      <p:ext uri="{BB962C8B-B14F-4D97-AF65-F5344CB8AC3E}">
        <p14:creationId xmlns:p14="http://schemas.microsoft.com/office/powerpoint/2010/main" val="997667436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4F9D25-2536-42A8-920F-BEBEC19D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6FA4D7A-3192-4697-A9EA-3945DFA71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49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C18ACA-3DF2-4DB9-844A-35859DF9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15FA3-B2B3-41DB-8ADD-055D8D36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520189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3BBE3BB-11E2-4518-959F-F5851306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LLM裁判的三个局限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1EA1EB-274A-40DA-BB5B-89009733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169AD7-17B6-4BA3-9F54-0718C4679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BB6495-8EBA-4114-838F-5B6871D1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偏好漂移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350C37-CD1B-4DD6-BDEE-5D3DF812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模型或Prompt变化会改变评分尺度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DA88062-F55C-4DDF-939E-35BB81E9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4A709C-9BDA-486D-A1BC-9149C3CF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3F85846-6599-4CC8-B14E-5BC34CCF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位置与措辞偏差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0A92F1-AFEE-4E58-8794-B14A69ED5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更长、更像参考答案的回答可能被高估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8454E5-223D-4F0F-A848-00D59088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AB288B-09A7-45D8-ABD5-1D368963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6ED507-F171-4FD7-82B4-E0E398A71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自评偏差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20D260-85A7-4BD7-99F3-A784744D4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同源模型可能偏爱自己的表达方式</a:t>
            </a:r>
          </a:p>
        </p:txBody>
      </p:sp>
    </p:spTree>
    <p:extLst>
      <p:ext uri="{BB962C8B-B14F-4D97-AF65-F5344CB8AC3E}">
        <p14:creationId xmlns:p14="http://schemas.microsoft.com/office/powerpoint/2010/main" val="138821949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F4657A-6C42-4E0E-81FA-3BE626DE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0A2E3D-A46E-4982-8A5F-20B8DFC28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41B351-7AFA-4D16-9F03-653A6E5BB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657C3EA-E697-4B65-AC56-72495514B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67366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70D1A6-D22F-4810-852E-E1B8A1B4F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人工评审的校准作用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BF4F27-E9F8-444B-A8E9-73815992C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5BC9CB-6B2F-4660-BC93-A6EF7A87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当裁判偏了，先修评分体系，再讨论被测模型。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A719C-754C-40A2-8DF5-D1C9DF00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定期抽取自动高分、低分和争议样本，与人工金标准比较。</a:t>
            </a:r>
          </a:p>
        </p:txBody>
      </p:sp>
    </p:spTree>
    <p:extLst>
      <p:ext uri="{BB962C8B-B14F-4D97-AF65-F5344CB8AC3E}">
        <p14:creationId xmlns:p14="http://schemas.microsoft.com/office/powerpoint/2010/main" val="239749582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9F62F57-1F99-4831-831E-8CA4BB9A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4E591D-F280-40F0-9451-3721FCC8A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7C2AC8-8C2D-4004-91A3-8D0660A7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9DE66-1D70-4E73-808D-FBEA6598A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82713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B379D96-C9D4-4955-9C5B-160259C29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评测报告的结构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95D5CE-F416-4AF2-A462-D7B98CCB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E527A6-D340-4238-ADF1-0E39557C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526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层级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C9E25F-B13A-4EAD-AAA8-6E4F5EA1E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52675"/>
            <a:ext cx="7296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31016"/>
                </a:solidFill>
              </a:defRPr>
            </a:pPr>
            <a:r>
              <a:rPr sz="1500" b="1">
                <a:solidFill>
                  <a:srgbClr val="031016"/>
                </a:solidFill>
              </a:rPr>
              <a:t>必须回答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C9725C-C833-420A-8821-94422182F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A77A7C-A66E-441D-A90D-4A232E34B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813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总体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87D252-1131-4C43-8157-7BE7259C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813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通过率、红线数、核心维度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B5543-123B-4BE5-A177-24BB3F2B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480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BC74A1-3273-426D-944E-3F403592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099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场景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241C85-DC2E-4C52-B809-35B26D41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099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哪个场景退化或提升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369D32-85C8-4571-8564-3B221B3DE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767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9B8EDB-B4D1-42CF-A615-7B2BD296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2386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问题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07DE83-A4B8-42D4-AED7-B0FFF4F03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2386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低分样本为什么失败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F00995-FFBE-4B70-A054-A936F2981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0535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BEAC178-295D-40A9-A6E5-DB2492EFD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6727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版本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E56668-969D-43F8-8F12-67D7F56B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86727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相对基线变化多少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792594-66C6-4BB4-9453-88FF5ED4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820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51F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411B75E-F4F6-4212-8CCB-18364B62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95925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5F2E9"/>
                </a:solidFill>
              </a:defRPr>
            </a:pPr>
            <a:r>
              <a:rPr sz="1425" b="1">
                <a:solidFill>
                  <a:srgbClr val="F5F2E9"/>
                </a:solidFill>
              </a:rPr>
              <a:t>决策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D086CAE-A2B1-48D3-BAB9-76058DAD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495925"/>
            <a:ext cx="7296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上线、灰度、退回或转人工</a:t>
            </a:r>
          </a:p>
        </p:txBody>
      </p:sp>
    </p:spTree>
    <p:extLst>
      <p:ext uri="{BB962C8B-B14F-4D97-AF65-F5344CB8AC3E}">
        <p14:creationId xmlns:p14="http://schemas.microsoft.com/office/powerpoint/2010/main" val="1594128135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B2E022-B9C8-4D11-BB4B-D1B4B68DB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2A0E88-E9D8-46A8-BC0C-2B9C5D94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C0FBC-03CB-40F9-B889-840198C1D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38D3D6-AE64-4523-824F-8EF368DAF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798060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17A71E-E67F-45BE-8691-422DF2BA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AI产品评测的成熟度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3A941-BD8E-4589-9176-6C818350A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AD6F71-4AF8-4D84-8A22-800165AF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B3813-E1A4-4E82-9D15-F5F45C03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L1 人工抽查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1A8D54-714F-401B-9127-BD84C079F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4E22A-A31C-46F2-8459-5E6565B5D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F296CC-C0FB-4B1C-A1B2-3BC36118E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L2 固定题库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2BC2EB8-F925-4050-8C19-EB0FA028E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B22BAE-3571-462F-B1DD-B26E030B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812EF1-1350-4C2D-9F93-ABD3DB9F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L3 自动评测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025517-A7EA-49F4-8638-927F5742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F835EE-E49D-42E7-AD01-E4975CEC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4A5662-B6BC-4615-AA66-20654BFF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L4 线上反馈驱动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6EF71-206A-4F46-8E0E-8F11A0F3F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成熟度提升的标志：结果越来越可复现，反馈越来越快进入下一轮。</a:t>
            </a:r>
          </a:p>
        </p:txBody>
      </p:sp>
    </p:spTree>
    <p:extLst>
      <p:ext uri="{BB962C8B-B14F-4D97-AF65-F5344CB8AC3E}">
        <p14:creationId xmlns:p14="http://schemas.microsoft.com/office/powerpoint/2010/main" val="1776073072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84E122-6BE7-4A50-821E-C747DA7D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E901FE-6917-4E73-9B0D-8A036DE7D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602768-42B5-4A42-B2F6-B1890A5F6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C7C0C-C5E4-40B1-B9F7-2B895B76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1340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9D00524-8FE0-42C6-9ED1-B40FAC43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AI产品经理在评测中的职责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AA836A-9498-468D-907C-F74403A56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0EA10-F61A-4F6F-AD03-1A245D451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16A6CB-F78C-4BA7-90BE-A9B90E1EB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测什么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822E1E-AA34-4C5C-B77C-ED90D3E8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751B46-690D-4FE0-A389-1A14B0345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40AEB9-5CDD-497C-A7EA-3142000C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怎样算好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9BA2D2-9592-43FD-BD23-C7BBDB8E3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C70600-1E06-4C7B-825B-8837CFC0B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BE958F-C689-4E72-A0EF-72331E09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何时能上线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B3376E-E8D0-46A7-ADDF-157BB438A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C9EB7-BD2A-4777-8B88-9A70B7FF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AFE5C-47A0-489E-8927-7017CDD31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失败如何进入优化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66B4F4-A38A-4EF4-A3A7-35C2DDDD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评测不是测试同学的收尾工作，而是产品定义的一部分。</a:t>
            </a:r>
          </a:p>
        </p:txBody>
      </p:sp>
    </p:spTree>
    <p:extLst>
      <p:ext uri="{BB962C8B-B14F-4D97-AF65-F5344CB8AC3E}">
        <p14:creationId xmlns:p14="http://schemas.microsoft.com/office/powerpoint/2010/main" val="1401868746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8F3DAE-A697-4014-8D7F-1C00CDFEB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40B466-FDD2-4292-9458-63E61084B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7D13E2-3185-4E58-927E-DEA1C8764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D9E5A-CE8D-44F7-AFC4-AAF59B91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28755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F094D97-AF70-413F-A5FB-9A36DCE0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可用性与用户体验测试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0556C4-4B43-4651-A746-FC26A1A5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A8E1B-0B4F-495D-9B97-2143BD554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7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B460A0-D0AD-4D18-B237-EB775FCA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可用性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61C626-4862-4058-9921-84FB8081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0C75E"/>
                </a:solidFill>
              </a:defRPr>
            </a:pPr>
            <a:r>
              <a:rPr sz="2025" b="1">
                <a:solidFill>
                  <a:srgbClr val="F0C75E"/>
                </a:solidFill>
              </a:rPr>
              <a:t>用户体验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F82527-A350-4248-873D-59824FA0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任务能否完成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F87D1C-4FDA-4231-B812-BAB16DC43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提示与反馈是否清楚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825645-FEC4-45DD-8CBA-5F2F55744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失败后能否恢复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4F3C629-4EB2-42A9-8DA6-D485C397D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等待感与节奏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91BA5B-CB85-4E17-9597-C8A627D53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结果可理解、可编辑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3FE0EB-DD22-4F98-B4B0-BF3F566B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信任与控制感</a:t>
            </a:r>
          </a:p>
        </p:txBody>
      </p:sp>
    </p:spTree>
    <p:extLst>
      <p:ext uri="{BB962C8B-B14F-4D97-AF65-F5344CB8AC3E}">
        <p14:creationId xmlns:p14="http://schemas.microsoft.com/office/powerpoint/2010/main" val="1315612135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9704C9-2E1B-43ED-899B-95A291159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EVAL SYSTEM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253FFD-C228-4772-B447-03A2D3F8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97E110-A63A-4154-B483-33A17325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1A577-9019-4714-83FE-6383F750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44102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9DA3AAA-FFD5-4CC2-830D-988772DB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非功能、鲁棒性与安全伦理测试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851567-7EA0-4A76-B301-16CE5272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8320BD-8362-4D5C-84D0-AA1EB953C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B0D021-E7F2-4404-AB8F-123271B5B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非功能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936D5C-1C61-457C-B2AB-9095B104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延迟、成本、并发、稳定性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52A223-753E-4AD9-8515-9ACA4F796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53F8E3-5C2E-4022-B42F-9C26DFE35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7AA42F-E669-4E0F-ABC2-360E07A8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鲁棒性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7878F9-FC2C-4661-A465-D02028B9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错别字、噪声、提示攻击、异常输入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CE949B-F408-463A-B3BF-ABC2CD8F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0BE81C-610F-4035-841C-1E001B56F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7224D0-658D-48BE-90A5-433968E6F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安全与伦理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6A87CA-8C0A-4D75-82AE-6F1683F5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隐私、偏见、越权、合规与可追责</a:t>
            </a:r>
          </a:p>
        </p:txBody>
      </p:sp>
    </p:spTree>
    <p:extLst>
      <p:ext uri="{BB962C8B-B14F-4D97-AF65-F5344CB8AC3E}">
        <p14:creationId xmlns:p14="http://schemas.microsoft.com/office/powerpoint/2010/main" val="532171268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555C83-04DC-4134-91C1-CF0FFB09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E922B7-8414-42E2-A06C-CFF759597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228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150" b="1">
                <a:solidFill>
                  <a:srgbClr val="36D6C2"/>
                </a:solidFill>
              </a:defRPr>
            </a:pPr>
            <a:r>
              <a:rPr sz="91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9508C4-C241-40D1-A6C9-8F24AC2E0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30AB4-052D-4D24-8717-8FD14DD30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Bad Case分析与版本回归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E8B930-24E0-4A70-9EF4-8E21FEBF5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3387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B5BC"/>
                </a:solidFill>
              </a:defRPr>
            </a:pPr>
            <a:r>
              <a:rPr sz="1800" b="0">
                <a:solidFill>
                  <a:srgbClr val="A7B5BC"/>
                </a:solidFill>
              </a:rPr>
              <a:t>归因、修复、验证与发布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CE7320-5267-44A1-8B90-D6EE91786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E08E73-02D2-43C2-A71C-2AF8C08C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DBB634-68C2-479E-A9FD-BCDABF097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4701A3-3375-4F01-B1D7-E436106A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59450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24583289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2AA8D6-54A3-4E4F-A3CD-24629C9A0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53BBD5-50B8-4D93-BFAF-EA19C5EBD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5441DE-E129-487D-B2E7-F068B0EAE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E97C9E-7991-44B2-BA50-2CF750C0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74797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EABA130-FC75-4176-9426-61D43B10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低分会话的 Bad Case 入库流程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7CABD4-8604-424B-8CFD-B3E457D3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B0FE73-3746-4FC1-8645-0187D430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090009-4036-432E-9406-B1D24585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4A6761-093B-4322-89B2-44C37DD1D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触发低分/红线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B0D9CF-5D0E-49CC-8E54-CDF7E047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51B5A7-5590-42BB-8220-BFCBCEC00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D4F1C6-2A8C-40C4-A617-1205BC7EF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5A1056-73E4-4444-9E5B-457379775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去敏与去重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9B8FEF-2DB5-4F1C-B6BB-5999E1E7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3ED01CE-1869-49BE-ADCA-43C74136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F0E27A-D83E-4C5F-90D0-DB3387409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66A1FC-BF98-4655-BC05-4EE469B5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人工复核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A23534-F1FD-4904-8B7C-C0F98392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CAC94C-83A2-4192-86AF-416A169F0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D338B1-F255-4A73-8071-98AF2863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D257A7-AED7-472D-AF86-0B88BF042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归因与定级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56142C-2027-44B8-A0B4-A291A1083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4336A24-669A-4F9E-A63D-DE79ADF5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0929F5A-DF70-4000-8496-57138807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加入回归集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AF20C0-7310-4F1A-804E-3F563B017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不是每个点踩都是模型问题；先确认用户意图与业务规则。</a:t>
            </a:r>
          </a:p>
        </p:txBody>
      </p:sp>
    </p:spTree>
    <p:extLst>
      <p:ext uri="{BB962C8B-B14F-4D97-AF65-F5344CB8AC3E}">
        <p14:creationId xmlns:p14="http://schemas.microsoft.com/office/powerpoint/2010/main" val="463876049"/>
      </p:ext>
    </p:extLst>
  </p:cSld>
</p:sld>
</file>

<file path=ppt/slides/slide5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4FFD4A-8804-4482-85EC-EDAE810D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FA59B3-5036-45A3-84B2-3BB91CF3B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629CD-55D9-454A-957D-378CA809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0C69EE-34FF-45D6-A749-AF5E59D96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890144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3DA17B-87FF-465D-B5AC-0B1C86901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 的六类问题归因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1AB581-96DE-489D-8B3E-804A79E5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5DD29-FF01-4D6C-91D8-4B32C84D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599EC2-FA7B-455E-AEB9-2F27AB4F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2EA96C-F94E-4224-A8DF-167A22EE3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AA9D51-6E66-4D35-BEA5-482FA407A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9C2F8E-EDF5-4AB0-9326-1B11E2E3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Prompt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2C3243-1B19-4496-8517-EBF7F7787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90E74-5552-4A32-917A-77364C3E7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AE6052-1308-4B5A-A896-F281D8D5C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知识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D82F9E-F3D3-486B-B5DE-3A9B23A3F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E8F698-A018-4A10-BA4B-F814EACF2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94D86E-4930-448D-82D6-81782FDF4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流程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D780518-DBBD-4E1D-BEF6-E48EF6827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A6C31-7212-467A-9B43-7B7B040AC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E73296-D67E-407F-9B34-148758B63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工具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375C97-8B9A-4FF9-9133-196F36BC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C27D5A-D5D7-460E-A00D-BD25B686F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438150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4444A5-7348-4009-AA01-BAD5E41F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460057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产品边界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360187-98DA-4429-82DE-7493EDC4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归因错了，越优化越乱。</a:t>
            </a:r>
          </a:p>
        </p:txBody>
      </p:sp>
    </p:spTree>
    <p:extLst>
      <p:ext uri="{BB962C8B-B14F-4D97-AF65-F5344CB8AC3E}">
        <p14:creationId xmlns:p14="http://schemas.microsoft.com/office/powerpoint/2010/main" val="2094162710"/>
      </p:ext>
    </p:extLst>
  </p:cSld>
</p:sld>
</file>

<file path=ppt/slides/slide5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FF2C81-2239-47C8-9764-80559007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C01CC7-38EF-4F0B-BBCA-95783084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59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AC3DD0-EBF6-4D3A-9563-B365F5A0C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016FB-2342-449D-8FBE-5D2557420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05492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C01CBB0-A64E-46C0-9384-27CE2D09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修复方案与产品实验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64BC6F-F2F3-4D55-80B3-02A2CC5F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E6753-FDB8-4828-ADB1-50F4744A0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ADB228-9CF0-41FF-8478-093E7807D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89166E-4F51-4448-A8EC-9F2269A1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问题归因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0AB68F-C673-466A-BEC9-596531BE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F05996-8E38-443D-A438-14F4B77C0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0A11CE-DEFC-4BD1-A711-B7186803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F247D8-DFF0-4752-BD34-7F9CD8E29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方案设计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BFDBAF-07A6-484F-A26A-94F81BAA3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F19500-CA6C-4BB5-92E5-9449AF4F1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44F58E-B957-4541-AE44-D2445D66B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0E440F6-5147-46DB-AE37-260CC8E5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Prompt / 流程 A/B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83150D5-10EE-440B-BDD1-8AC6776A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73F2F11-844A-43BE-9A06-7769AC098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54C119B-3FD1-4F28-AE5D-8DEC040F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C16793-D9E4-4096-B992-5599DD156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Eval验证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7E88A0-34D0-4BAA-BD00-DD4F18E04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490630-7986-4489-A9F0-FDC2FC2BC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6C9952-09FC-4D5D-A339-132B42255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发布决策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7F9B9D-CAE9-43E8-9170-BC4CF3A4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优化目标应对应具体失败类型，而不是笼统追求“更聪明”。</a:t>
            </a:r>
          </a:p>
        </p:txBody>
      </p:sp>
    </p:spTree>
    <p:extLst>
      <p:ext uri="{BB962C8B-B14F-4D97-AF65-F5344CB8AC3E}">
        <p14:creationId xmlns:p14="http://schemas.microsoft.com/office/powerpoint/2010/main" val="480190711"/>
      </p:ext>
    </p:extLst>
  </p:cSld>
</p:sld>
</file>

<file path=ppt/slides/slide6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D4A891-5A5C-428D-BCEF-0F5C3F88D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BAD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EF8B2C-120A-4703-A8BD-7FAD5CF7E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6603F-C17A-421E-AEE2-31A19868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813FA3-54E8-4BC8-B30C-4153E036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20839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2A71F95-F820-439A-8219-B74CBADC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版本回归测试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B3265D-56CB-42D3-90CE-E19EBF57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2FD663-4485-4B73-914F-664087062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E6FB01-4448-4341-9E3F-AEFACC6F5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58DC419-F3A6-445D-BD3C-4C25BBD4B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原失败样本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DF9D10-03A3-4F5A-A726-598163975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96A353-9883-481E-B01D-5ACFF2E61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5E7357-7E18-4135-B778-5603690C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F40F62-3FDE-49BE-8D49-A269948B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同类高风险样本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D2B196-515C-4CD9-BFC5-835C76291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015B25-4DEF-4B79-9922-0A062327A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5012ED-C8E7-4964-8099-FE0990984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AA3FF3-ECE2-44A3-873E-BC7E09F66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代表性正常样本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33ADD-3BDB-4DED-9CAD-728BF9C77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304515-71BE-4E42-931A-C3F1689E1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B354CC-6BC8-46E5-9349-FA5C17D56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历史关键 Bad Case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4FDDB77-B053-4B04-80CB-C3527F87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新版本只有同时通过修复验证与防退化验证，才有资格进入灰度。</a:t>
            </a:r>
          </a:p>
        </p:txBody>
      </p:sp>
    </p:spTree>
    <p:extLst>
      <p:ext uri="{BB962C8B-B14F-4D97-AF65-F5344CB8AC3E}">
        <p14:creationId xmlns:p14="http://schemas.microsoft.com/office/powerpoint/2010/main" val="1696776458"/>
      </p:ext>
    </p:extLst>
  </p:cSld>
</p:sld>
</file>

<file path=ppt/slides/slide6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44A195-4127-42D0-9E06-8ED294AB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20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4DEC01-441B-4AA4-8E36-38C3FA86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2286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150" b="1">
                <a:solidFill>
                  <a:srgbClr val="36D6C2"/>
                </a:solidFill>
              </a:defRPr>
            </a:pPr>
            <a:r>
              <a:rPr sz="91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121905-3B3B-4454-89F2-50C5B1A0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57500"/>
            <a:ext cx="95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126392-1730-4758-B263-7A53B4389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287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5F2E9"/>
                </a:solidFill>
              </a:defRPr>
            </a:pPr>
            <a:r>
              <a:rPr sz="3600" b="1">
                <a:solidFill>
                  <a:srgbClr val="F5F2E9"/>
                </a:solidFill>
              </a:rPr>
              <a:t>数据反馈与持续迭代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36A2CA-2DA8-45EA-89A0-67EEAA5A0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33875"/>
            <a:ext cx="895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7B5BC"/>
                </a:solidFill>
              </a:defRPr>
            </a:pPr>
            <a:r>
              <a:rPr sz="1800" b="0">
                <a:solidFill>
                  <a:srgbClr val="A7B5BC"/>
                </a:solidFill>
              </a:rPr>
              <a:t>让真实使用进入下一轮优化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515A24-1377-4ECC-AE9C-9A99681D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258E14-62A1-478F-A6B5-BF6AC8041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C9D8CE-F8FF-43F1-A4CC-6A37E930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376188-30F9-4ACB-8124-1767FCC9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361868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39249135"/>
      </p:ext>
    </p:extLst>
  </p:cSld>
</p:sld>
</file>

<file path=ppt/slides/slide62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8C1A97-97DB-4032-A083-97E25927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FB849E-35F3-4EAB-9A06-5969131FD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E238EF-1610-40CE-9658-612E53CF8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902523-0B18-4A69-B08F-12F011C56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51534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BB870B3-73B6-4F12-9B0A-51B99E83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AI产品数据反馈的价值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912DC7-BA78-47B8-B12D-736732FB3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81250"/>
            <a:ext cx="762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8F9E86-851C-4B9F-82CD-E0E9E04E2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14625"/>
            <a:ext cx="94297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6D6C2"/>
                </a:solidFill>
              </a:defRPr>
            </a:pPr>
            <a:r>
              <a:rPr sz="2400" b="1">
                <a:solidFill>
                  <a:srgbClr val="36D6C2"/>
                </a:solidFill>
              </a:rPr>
              <a:t>采集—理解—修复—验证—再上线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B9EB4A-87E2-456C-9306-3844EFA41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38625"/>
            <a:ext cx="9334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A7B5BC"/>
                </a:solidFill>
              </a:defRPr>
            </a:pPr>
            <a:r>
              <a:rPr sz="1650" b="0">
                <a:solidFill>
                  <a:srgbClr val="A7B5BC"/>
                </a:solidFill>
              </a:rPr>
              <a:t>真正的壁垒，不只是拥有数据，而是能把反馈稳定地转成更好的产品。</a:t>
            </a:r>
          </a:p>
        </p:txBody>
      </p:sp>
    </p:spTree>
    <p:extLst>
      <p:ext uri="{BB962C8B-B14F-4D97-AF65-F5344CB8AC3E}">
        <p14:creationId xmlns:p14="http://schemas.microsoft.com/office/powerpoint/2010/main" val="1921407538"/>
      </p:ext>
    </p:extLst>
  </p:cSld>
</p:sld>
</file>

<file path=ppt/slides/slide6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440D2D-6007-41A2-9B82-128D83D4D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074F6E-FCF4-45ED-B4F7-E898804C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7A14B0-E69D-4509-8AF1-65149A49C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5E9790-22A5-4DBC-8DC7-44B88BAC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66881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DA2886A-9C5E-461C-AF2E-5AAF6E56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AI产品数据的四类来源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B09C1C-867C-4FB4-9F8B-B7E27E3D6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A5A0BB-E855-4D17-867E-DDD0F2135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537987-1C63-460A-958E-B013F1A7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业务原始数据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4BD36F-8D39-48A3-9C1D-C80C9BBD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AF3B31-9D65-4179-86A5-F3D584B39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68605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9AFF2A-A30A-4F1C-BC8E-2A9F7CD57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90512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用户输入与输出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3D07DD-FFF4-47D0-86F9-807DD661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420F97-9D25-446B-83E5-AA0CBBCC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D157A9-FB07-4C3C-81BD-7009DE43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显性反馈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2E785F-1972-4AE3-B0E0-346B20A0B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8145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B28388-6E69-4AFF-B8F4-088526039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381500"/>
            <a:ext cx="52959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80F300-8A7D-419F-B259-358E84D8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5200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隐性行为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8ED7C-9A46-4C70-A0CA-9F0FCC8E9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采集必须满足隐私、授权、最小必要和可追踪。</a:t>
            </a:r>
          </a:p>
        </p:txBody>
      </p:sp>
    </p:spTree>
    <p:extLst>
      <p:ext uri="{BB962C8B-B14F-4D97-AF65-F5344CB8AC3E}">
        <p14:creationId xmlns:p14="http://schemas.microsoft.com/office/powerpoint/2010/main" val="147296999"/>
      </p:ext>
    </p:extLst>
  </p:cSld>
</p:sld>
</file>

<file path=ppt/slides/slide64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065970-9EE9-4A17-9026-2EFC32A3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DC3108-8980-47EE-A060-558EC7CF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220DB0-8A15-4C46-B3AE-7174EABB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CFDAF2-2C1A-45DE-BBFA-F4E242859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82228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870528-C6F0-4CDE-A837-92E0B638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显性反馈与隐性反馈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05FBCF-6323-4F49-990F-A53FF1A15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AE1F19-299B-4508-B36E-DACAD236B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47900"/>
            <a:ext cx="5143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C75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69DE9F-3A79-4753-A4E6-D51CCEEBC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36D6C2"/>
                </a:solidFill>
              </a:defRPr>
            </a:pPr>
            <a:r>
              <a:rPr sz="2025" b="1">
                <a:solidFill>
                  <a:srgbClr val="36D6C2"/>
                </a:solidFill>
              </a:rPr>
              <a:t>显性反馈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3E7CF8-BB21-4095-A062-4C2B286A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514600"/>
            <a:ext cx="5143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0C75E"/>
                </a:solidFill>
              </a:defRPr>
            </a:pPr>
            <a:r>
              <a:rPr sz="2025" b="1">
                <a:solidFill>
                  <a:srgbClr val="F0C75E"/>
                </a:solidFill>
              </a:rPr>
              <a:t>隐性反馈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AB35C2-D51F-42D4-A38A-4B4EFC10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点赞 / 点踩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12CF76-4ECB-420B-8C9C-BE9087A1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原因选择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82103B-5177-4C88-9DB4-8402E363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文字评价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DE64E8-E589-4718-A88C-93BFE1B63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1432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5F2E9"/>
                </a:solidFill>
              </a:defRPr>
            </a:pPr>
            <a:r>
              <a:rPr sz="1650" b="1">
                <a:solidFill>
                  <a:srgbClr val="F5F2E9"/>
                </a:solidFill>
              </a:rPr>
              <a:t>—  复制、收藏、分享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D1A0E4-4151-440D-A77E-5219D9C06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7719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重生成、改写、放弃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8E6376-0501-4E3C-A0EA-18A5D0192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005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5F2E9"/>
                </a:solidFill>
              </a:defRPr>
            </a:pPr>
            <a:r>
              <a:rPr sz="1650" b="0">
                <a:solidFill>
                  <a:srgbClr val="F5F2E9"/>
                </a:solidFill>
              </a:rPr>
              <a:t>—  转人工、任务完成</a:t>
            </a:r>
          </a:p>
        </p:txBody>
      </p:sp>
    </p:spTree>
    <p:extLst>
      <p:ext uri="{BB962C8B-B14F-4D97-AF65-F5344CB8AC3E}">
        <p14:creationId xmlns:p14="http://schemas.microsoft.com/office/powerpoint/2010/main" val="530842059"/>
      </p:ext>
    </p:extLst>
  </p:cSld>
</p:sld>
</file>

<file path=ppt/slides/slide65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59C661-01C0-4CD6-9782-6544DCD0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9775A-CBB2-4732-B338-3BDDE35F0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D5894-246F-4905-BDCF-FB906067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DC09AE-4CFA-48C2-838C-05DB73E9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9975761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01E6D07-BF9F-4466-988B-35EBFD4B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作业类产品的行为反馈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4ACFDE-1DD0-4C3F-AB0C-7F9B20F4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4213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83F45-02B9-4197-AC5D-A8B25B462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DCF2AE-2268-4FA8-9B48-B304BFAF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018DA2-2AC2-4153-BDE1-B2A2A90D9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直接采用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C9D422-6BAA-4341-8C22-94C5954F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B65AA0-C8C1-4A6D-B766-4A3840D0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763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C981AA-8CB0-4275-877A-9A2EA1266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4B37D-E432-4202-9D81-4F5225CC3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063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部分采用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94D14E-CE08-4905-AB71-F93D27A0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0138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CDCEE7-4D70-4705-A382-AC2E1170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C8BF95-67F9-4A95-A8F7-1ADEA9059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495CC0-36C3-4CC9-ADF2-D03F3C798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025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大幅修改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85F54A-4628-4305-9531-18F40C29C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9688" y="2857500"/>
            <a:ext cx="2576513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C8D052-B330-4CA3-A59D-C5A98217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038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0FD9B5-9B7F-46A3-B445-31D269F25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3362325"/>
            <a:ext cx="2347913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弃用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9CACE0-078F-4C89-883C-B046EC37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修改前后差异，比一个“满意/不满意”更接近真实质量。</a:t>
            </a:r>
          </a:p>
        </p:txBody>
      </p:sp>
    </p:spTree>
    <p:extLst>
      <p:ext uri="{BB962C8B-B14F-4D97-AF65-F5344CB8AC3E}">
        <p14:creationId xmlns:p14="http://schemas.microsoft.com/office/powerpoint/2010/main" val="1077156270"/>
      </p:ext>
    </p:extLst>
  </p:cSld>
</p:sld>
</file>

<file path=ppt/slides/slide66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89C42A-88F8-4894-914F-76B79FCE1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0969CC-A0CA-4025-A4D7-4A28EE28B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9BC4C5-A6BE-4B2D-AD2E-3D4244A13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B5224-3687-4ADA-8678-80D46939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12923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2358A7D-4866-4ECC-BDAF-41B0A5B11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常见用户行为信号的解读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2E2C2-1791-45DB-842D-73DA825D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74CED1-2118-43FE-A289-FD2443B0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收藏：结果具有复用价值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AF2509-565A-4E82-B3F7-FD464D3D5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384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62EB20-588D-431F-B728-6702C63F1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194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重生成：当前答案未满足需求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3004F7-65B6-4DB9-AF32-087AE48E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053057-DF37-485B-8470-2869617EB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5052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放大/细看：内容值得进一步判断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3F15B9-CA0E-4F83-8493-C25208187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100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07BD52-C4D2-46ED-BD0F-4AF59B5C7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910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复制/导出：可能进入真实工作流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EB1E6E-FE77-497C-9772-222568A4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7657"/>
                </a:solidFill>
              </a:defRPr>
            </a:pPr>
            <a:r>
              <a:rPr sz="1725" b="1">
                <a:solidFill>
                  <a:srgbClr val="FF7657"/>
                </a:solidFill>
              </a:rPr>
              <a:t>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EF835A4-6DFB-46D2-97FA-43B6A17D0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迅速退出：可能无价值，也可能已完成任务</a:t>
            </a:r>
          </a:p>
        </p:txBody>
      </p:sp>
    </p:spTree>
    <p:extLst>
      <p:ext uri="{BB962C8B-B14F-4D97-AF65-F5344CB8AC3E}">
        <p14:creationId xmlns:p14="http://schemas.microsoft.com/office/powerpoint/2010/main" val="826486493"/>
      </p:ext>
    </p:extLst>
  </p:cSld>
</p:sld>
</file>

<file path=ppt/slides/slide67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4DC9E2-EC20-49B9-B656-07B319F6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932B7A-3937-4565-AC6E-25BD437D9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84057F-4523-480B-8BBD-F703AA5DD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5710FC-DB1E-4E67-B21D-8D73B61F1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28270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CE5812-86F0-46B7-B2DE-185B1B038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客服产品的反馈机制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BD1E62-6776-4EDC-BD00-21ACF90C5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73D42E-F31E-4ABF-8A3D-C248AE076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CB8AF6-EAAD-46FE-8035-E943CD18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B2DD26-4FCB-4022-8C58-46E2BFCD7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回答后轻量反馈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425F61-00F2-429C-984C-3D31E343B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1FE224-D7FD-404D-9C95-D750F032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5A1336-7159-40BA-8504-25A736D1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8AC54C-2407-4903-BF66-7D5CA8CA1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失败原因快捷选择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101498-E7B6-4D48-A28F-4BFC078A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4575548-72EF-4463-BF86-09B68A1E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9350E0-7815-475C-BAB0-8992CE72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98C9D7-7A40-4A33-BFD3-A5F31E538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低置信度主动转人工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9FD737-B998-45F7-A202-6A6A7924C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AF164B-BD01-45A2-9B6D-08201F290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5D6C85-BB6F-42FA-AAD3-93C659320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030673-6387-4C2B-A91C-6E61B8FF6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人工处理结果回流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E1CE4B-E1DC-41E8-B463-2FC23AAD4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6F0B56D-CC89-4543-82F6-D2AD2EB51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5441ED-21AE-4229-8BF6-7A529F433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关闭会话前确认解决状态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FE1919E-FDD5-4537-908A-8C0025C2A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反馈机制要低摩擦，否则只会收集到极端意见。</a:t>
            </a:r>
          </a:p>
        </p:txBody>
      </p:sp>
    </p:spTree>
    <p:extLst>
      <p:ext uri="{BB962C8B-B14F-4D97-AF65-F5344CB8AC3E}">
        <p14:creationId xmlns:p14="http://schemas.microsoft.com/office/powerpoint/2010/main" val="1221116786"/>
      </p:ext>
    </p:extLst>
  </p:cSld>
</p:sld>
</file>

<file path=ppt/slides/slide68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4972F4-21BA-422B-B0B2-6940B2E29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BD25B2-3E0A-4ED2-8D65-DC2820F98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66A75A-C90E-4F50-B436-F7C7F9B65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C85E12-3C7C-46B1-BA42-1D50BE05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43618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1AB89E-9230-4854-A784-CBE0397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Bad Case 标注规范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4934FD-33B1-47AA-A10A-1C5E910A6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0AC43-FC7F-4643-BDD5-3CAB7954E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3CBB5F-7809-4804-BE40-1DF66CA24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定义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4FB633-6B98-4AC1-B1EE-55EDCDEB6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标签到底描述什么，不描述什么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011E86-F918-41F6-AEC8-41B7AABA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F0E872-C60C-49FA-B4B5-5EAD086C6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EED2F6-8172-422B-A03A-1354621F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正例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D9B3D1-3228-4142-AC2F-04019865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8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哪些样本应该被标记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D203E1-BCA8-4CB7-8ED1-8E6F8E7B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286000"/>
            <a:ext cx="495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6D6C2"/>
                </a:solidFill>
              </a:defRPr>
            </a:pPr>
            <a:r>
              <a:rPr sz="112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3451B4-E97F-467E-8CC0-BC4434FE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686050"/>
            <a:ext cx="345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CCF84C-8794-4719-9633-F9D9D086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2905125"/>
            <a:ext cx="3359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反例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6C6F3A-D744-424F-8D96-25821115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1800" y="3429000"/>
            <a:ext cx="3302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相似但不应标记的边界样本</a:t>
            </a:r>
          </a:p>
        </p:txBody>
      </p:sp>
    </p:spTree>
    <p:extLst>
      <p:ext uri="{BB962C8B-B14F-4D97-AF65-F5344CB8AC3E}">
        <p14:creationId xmlns:p14="http://schemas.microsoft.com/office/powerpoint/2010/main" val="971211392"/>
      </p:ext>
    </p:extLst>
  </p:cSld>
</p:sld>
</file>

<file path=ppt/slides/slide69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B46B04-C33B-4495-8B54-4EA02D598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826565-19E5-4894-98EA-4DB43D0D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69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E7B6C2-929E-48C4-B9AA-A638EFBC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B4993E-3C5A-468B-8A91-35300347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589654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4965B4D-E0D8-4958-80BF-E0E2426A4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数据反馈闭环的基本流程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77BB69-9759-40DE-8C3A-A8EF43A77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462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8D8D80-3E50-460F-AB8B-6561A4856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186D23-CFB5-4459-8813-62493CF70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317659-5A49-4CBD-9E11-643D5DF9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采集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9C6FD6-4244-4759-920E-61BFB79E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299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5E7893-C4A9-4900-98B5-AE7464C3D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299A38-CABB-417E-8BCD-AACDC156B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25D60-F912-4653-B2CD-038FBC80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47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清洗与标注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0366E8-CDDF-40A6-9764-67364BDCE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136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CAD99-75F5-40D0-A744-C5EAF79CE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254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0AEB23-4737-435F-AD09-19F0851D4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589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E7BF0A-8DE0-47D9-8172-783178ED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684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问题归因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BDEEEA-BE45-4EFE-9A16-EA986C75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9730" y="3286125"/>
            <a:ext cx="304800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58BCD0-6AFE-4A25-9128-F8CFDA55E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091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0B202C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09B8A3-0821-40EC-9ACB-3983DDB79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426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6D6C2"/>
                </a:solidFill>
              </a:defRPr>
            </a:pPr>
            <a:r>
              <a:rPr sz="105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F91002-2CB5-4353-8DEB-558AD9EF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521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5F2E9"/>
                </a:solidFill>
              </a:defRPr>
            </a:pPr>
            <a:r>
              <a:rPr sz="1575" b="1">
                <a:solidFill>
                  <a:srgbClr val="F5F2E9"/>
                </a:solidFill>
              </a:rPr>
              <a:t>产品优化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359810-5D58-4C8A-83E2-003E11A4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9280" y="2857500"/>
            <a:ext cx="2026920" cy="11430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36D6C2"/>
          </a:solidFill>
          <a:ln xmlns:a="http://schemas.openxmlformats.org/drawingml/2006/main" w="9525">
            <a:solidFill>
              <a:srgbClr val="26404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8606EF-6777-493F-83FF-8F773084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2630" y="29908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031016"/>
                </a:solidFill>
              </a:defRPr>
            </a:pPr>
            <a:r>
              <a:rPr sz="1050" b="1">
                <a:solidFill>
                  <a:srgbClr val="031016"/>
                </a:solidFill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788DE93-7A11-4121-9024-C75EC5A9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3580" y="3362325"/>
            <a:ext cx="179832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031016"/>
                </a:solidFill>
              </a:defRPr>
            </a:pPr>
            <a:r>
              <a:rPr sz="1575" b="1">
                <a:solidFill>
                  <a:srgbClr val="031016"/>
                </a:solidFill>
              </a:rPr>
              <a:t>回归评测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4571723-F919-434B-9F4B-02E4F7F71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67250"/>
            <a:ext cx="1009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A7B5BC"/>
                </a:solidFill>
              </a:defRPr>
            </a:pPr>
            <a:r>
              <a:rPr sz="1500" b="0">
                <a:solidFill>
                  <a:srgbClr val="A7B5BC"/>
                </a:solidFill>
              </a:rPr>
              <a:t>没有回归验证的“数据优化”，只是未经证明的修改。</a:t>
            </a:r>
          </a:p>
        </p:txBody>
      </p:sp>
    </p:spTree>
    <p:extLst>
      <p:ext uri="{BB962C8B-B14F-4D97-AF65-F5344CB8AC3E}">
        <p14:creationId xmlns:p14="http://schemas.microsoft.com/office/powerpoint/2010/main" val="1195871340"/>
      </p:ext>
    </p:extLst>
  </p:cSld>
</p:sld>
</file>

<file path=ppt/slides/slide70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45A9B1-6DF0-4A43-8CE7-5201AC47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122E9F-8EDB-4A56-AFD9-47D2384E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70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937281-4F5F-4A76-BC60-A5113402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8087B2-A27A-4451-BC3F-FD44E540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743127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7D56A1D-CA18-47FC-8A5C-6825257B2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课堂练习：完成一轮最小评测闭环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8267FD-FCC3-41E7-B8E7-01313553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526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CEDBAC-BAD6-4694-976D-4D8D72089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1336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设计8条用例：覆盖典型、边界、异常、无答案和高风险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0CC24E-1E18-471A-81DA-DFD8A033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95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1D1EC6-FC6B-499B-B804-CC674D3CA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8765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选择6条运行并记录输出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E37100-58DC-40B2-888C-B0302701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385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51593E-6404-4A8A-A3BA-4B5ACACE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1950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找出2条 Bad Case，完成归因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6E34E-4512-43D9-A95F-32CA74155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815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6D6C2"/>
                </a:solidFill>
              </a:defRPr>
            </a:pPr>
            <a:r>
              <a:rPr sz="1275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FBB178-DD0C-4097-AB68-7AD71BF3D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624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F5F2E9"/>
                </a:solidFill>
              </a:defRPr>
            </a:pPr>
            <a:r>
              <a:rPr sz="1800" b="0">
                <a:solidFill>
                  <a:srgbClr val="F5F2E9"/>
                </a:solidFill>
              </a:rPr>
              <a:t>修改一个版本点，再做1次版本对照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07E7E8-6114-4ECE-BA0A-7E57A3C2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762625"/>
            <a:ext cx="942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7B5BC"/>
                </a:solidFill>
              </a:defRPr>
            </a:pPr>
            <a:r>
              <a:rPr sz="1350" b="0">
                <a:solidFill>
                  <a:srgbClr val="A7B5BC"/>
                </a:solidFill>
              </a:rPr>
              <a:t>产出：用例表＋评分结果＋Bad Case归因＋上线建议</a:t>
            </a:r>
          </a:p>
        </p:txBody>
      </p:sp>
    </p:spTree>
    <p:extLst>
      <p:ext uri="{BB962C8B-B14F-4D97-AF65-F5344CB8AC3E}">
        <p14:creationId xmlns:p14="http://schemas.microsoft.com/office/powerpoint/2010/main" val="1765158190"/>
      </p:ext>
    </p:extLst>
  </p:cSld>
</p:sld>
</file>

<file path=ppt/slides/slide71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EFE754-9D14-4425-B8B9-3E989058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6700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6D6C2"/>
                </a:solidFill>
              </a:defRPr>
            </a:pPr>
            <a:r>
              <a:rPr sz="975" b="1">
                <a:solidFill>
                  <a:srgbClr val="36D6C2"/>
                </a:solidFill>
              </a:rPr>
              <a:t>AI PRODUCT · DATA 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F35A9A-E98F-4737-936E-AF3F4B7CF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26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A7B5BC"/>
                </a:solidFill>
              </a:defRPr>
            </a:pPr>
            <a:r>
              <a:rPr sz="975" b="1">
                <a:solidFill>
                  <a:srgbClr val="A7B5BC"/>
                </a:solidFill>
              </a:rPr>
              <a:t>71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C739A8-CF97-4861-8185-6EDF9576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4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805FB5-04DE-4A3A-A909-BFFAD3D7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47700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6C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F5510B-68AD-4D41-8DE4-39E8B192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742950"/>
            <a:ext cx="10572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F5F2E9"/>
                </a:solidFill>
              </a:defRPr>
            </a:pPr>
            <a:r>
              <a:rPr sz="2850" b="1">
                <a:solidFill>
                  <a:srgbClr val="F5F2E9"/>
                </a:solidFill>
              </a:rPr>
              <a:t>评测结果与产品决策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B22636-2CAB-4E84-88C8-1676D0319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6D6C2"/>
                </a:solidFill>
              </a:defRPr>
            </a:pPr>
            <a:r>
              <a:rPr sz="2100" b="1">
                <a:solidFill>
                  <a:srgbClr val="36D6C2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16F200-4C0B-442F-B307-A35724C8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上线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EFB3EA-74CA-4266-858A-3B5D04F1D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670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6D6C2"/>
                </a:solidFill>
              </a:defRPr>
            </a:pPr>
            <a:r>
              <a:rPr sz="2100" b="1">
                <a:solidFill>
                  <a:srgbClr val="36D6C2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090B57-8AFF-4E07-9049-AE357B33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3337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灰度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D2A28E-7EB0-403C-BC85-9F4B02725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6D6C2"/>
                </a:solidFill>
              </a:defRPr>
            </a:pPr>
            <a:r>
              <a:rPr sz="2100" b="1">
                <a:solidFill>
                  <a:srgbClr val="36D6C2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1C8DC5-75CA-4179-99F4-243392F5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3337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退回优化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97A767-B61D-4D53-9FB2-22D9AB796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6670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36D6C2"/>
                </a:solidFill>
              </a:defRPr>
            </a:pPr>
            <a:r>
              <a:rPr sz="2100" b="1">
                <a:solidFill>
                  <a:srgbClr val="36D6C2"/>
                </a:solidFill>
              </a:rPr>
              <a:t>04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6D9D66-04BE-4CC7-AF2C-823466CF8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333750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5F2E9"/>
                </a:solidFill>
              </a:defRPr>
            </a:pPr>
            <a:r>
              <a:rPr sz="1875" b="1">
                <a:solidFill>
                  <a:srgbClr val="F5F2E9"/>
                </a:solidFill>
              </a:rPr>
              <a:t>转人工兜底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200E2E-51C4-4A10-BD24-BD95F2364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7675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07C5A7-408E-44F8-9079-7310CB07D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990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A7B5BC"/>
                </a:solidFill>
              </a:defRPr>
            </a:pPr>
            <a:r>
              <a:rPr sz="1650" b="1">
                <a:solidFill>
                  <a:srgbClr val="A7B5BC"/>
                </a:solidFill>
              </a:rPr>
              <a:t>固定评测集 × 组合评分 × Bad Case × 版本回归 × 数据反馈闭环</a:t>
            </a:r>
          </a:p>
        </p:txBody>
      </p:sp>
    </p:spTree>
    <p:extLst>
      <p:ext uri="{BB962C8B-B14F-4D97-AF65-F5344CB8AC3E}">
        <p14:creationId xmlns:p14="http://schemas.microsoft.com/office/powerpoint/2010/main" val="5945513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2026-08-15T08:20:56.5830000Z</dcterms:created>
  <dcterms:modified xsi:type="dcterms:W3CDTF">2026-08-15T08:20:56.5830000Z</dcterms:modified>
</coreProperties>
</file>