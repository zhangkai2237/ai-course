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5f077cf4be4fec" /><Relationship Type="http://schemas.openxmlformats.org/officeDocument/2006/relationships/extended-properties" Target="/docProps/app.xml" Id="Ra47bb70fabb64905" /><Relationship Type="http://schemas.openxmlformats.org/officeDocument/2006/relationships/officeDocument" Target="/ppt/presentation.xml" Id="R1a5df2360f1d4e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b10750f52d48f1"/>
  </p:sldMasterIdLst>
  <p:notesMasterIdLst>
    <p:notesMasterId xmlns:r="http://schemas.openxmlformats.org/officeDocument/2006/relationships" r:id="R179ee380254b47bf"/>
  </p:notesMasterIdLst>
  <p:sldIdLst>
    <p:sldId xmlns:r="http://schemas.openxmlformats.org/officeDocument/2006/relationships" id="256" r:id="Rb2b5ad8948754fae"/>
    <p:sldId xmlns:r="http://schemas.openxmlformats.org/officeDocument/2006/relationships" id="257" r:id="R413b5015c00f4ca8"/>
    <p:sldId xmlns:r="http://schemas.openxmlformats.org/officeDocument/2006/relationships" id="258" r:id="R2b744797f23d4d8e"/>
    <p:sldId xmlns:r="http://schemas.openxmlformats.org/officeDocument/2006/relationships" id="259" r:id="R03ede10444cd443b"/>
    <p:sldId xmlns:r="http://schemas.openxmlformats.org/officeDocument/2006/relationships" id="260" r:id="R373f969d23ee4fc1"/>
    <p:sldId xmlns:r="http://schemas.openxmlformats.org/officeDocument/2006/relationships" id="261" r:id="R38129e4ecc5a41a1"/>
    <p:sldId xmlns:r="http://schemas.openxmlformats.org/officeDocument/2006/relationships" id="262" r:id="R6f7eaac67c9a413c"/>
    <p:sldId xmlns:r="http://schemas.openxmlformats.org/officeDocument/2006/relationships" id="263" r:id="R3c8ce48a0f7141f2"/>
    <p:sldId xmlns:r="http://schemas.openxmlformats.org/officeDocument/2006/relationships" id="264" r:id="R4b4e9cdfa1ec44d4"/>
    <p:sldId xmlns:r="http://schemas.openxmlformats.org/officeDocument/2006/relationships" id="265" r:id="R068ba275a844430d"/>
    <p:sldId xmlns:r="http://schemas.openxmlformats.org/officeDocument/2006/relationships" id="266" r:id="R1fb30205dc054f16"/>
    <p:sldId xmlns:r="http://schemas.openxmlformats.org/officeDocument/2006/relationships" id="267" r:id="R0f92afad7c2c4ec2"/>
    <p:sldId xmlns:r="http://schemas.openxmlformats.org/officeDocument/2006/relationships" id="268" r:id="R48a6e74c7a0d4771"/>
    <p:sldId xmlns:r="http://schemas.openxmlformats.org/officeDocument/2006/relationships" id="269" r:id="R842374131e074231"/>
    <p:sldId xmlns:r="http://schemas.openxmlformats.org/officeDocument/2006/relationships" id="270" r:id="R3f5993bf59f349b4"/>
    <p:sldId xmlns:r="http://schemas.openxmlformats.org/officeDocument/2006/relationships" id="271" r:id="Rb761618f711a483f"/>
    <p:sldId xmlns:r="http://schemas.openxmlformats.org/officeDocument/2006/relationships" id="272" r:id="Rb419989b4bdb480e"/>
    <p:sldId xmlns:r="http://schemas.openxmlformats.org/officeDocument/2006/relationships" id="273" r:id="R3fc79fa561cf421f"/>
    <p:sldId xmlns:r="http://schemas.openxmlformats.org/officeDocument/2006/relationships" id="274" r:id="Rd4cea925b9ca4e43"/>
    <p:sldId xmlns:r="http://schemas.openxmlformats.org/officeDocument/2006/relationships" id="275" r:id="R2d13712a662a4ca8"/>
    <p:sldId xmlns:r="http://schemas.openxmlformats.org/officeDocument/2006/relationships" id="276" r:id="Re53c857c71f34be0"/>
    <p:sldId xmlns:r="http://schemas.openxmlformats.org/officeDocument/2006/relationships" id="277" r:id="R4ba88afd71c745b2"/>
    <p:sldId xmlns:r="http://schemas.openxmlformats.org/officeDocument/2006/relationships" id="278" r:id="Rc3960020c1d642b3"/>
    <p:sldId xmlns:r="http://schemas.openxmlformats.org/officeDocument/2006/relationships" id="279" r:id="Rd83b5039bd854fdc"/>
    <p:sldId xmlns:r="http://schemas.openxmlformats.org/officeDocument/2006/relationships" id="280" r:id="Rf77eaf0d935d4d96"/>
    <p:sldId xmlns:r="http://schemas.openxmlformats.org/officeDocument/2006/relationships" id="281" r:id="R081a82755bdb4ef8"/>
    <p:sldId xmlns:r="http://schemas.openxmlformats.org/officeDocument/2006/relationships" id="282" r:id="R9129771dd271437a"/>
    <p:sldId xmlns:r="http://schemas.openxmlformats.org/officeDocument/2006/relationships" id="283" r:id="R3e39c134bcd2446e"/>
    <p:sldId xmlns:r="http://schemas.openxmlformats.org/officeDocument/2006/relationships" id="284" r:id="Rf5e3a2e8111441b3"/>
    <p:sldId xmlns:r="http://schemas.openxmlformats.org/officeDocument/2006/relationships" id="285" r:id="R21ee2efd11754ba5"/>
    <p:sldId xmlns:r="http://schemas.openxmlformats.org/officeDocument/2006/relationships" id="286" r:id="R466b5877a7ce426a"/>
    <p:sldId xmlns:r="http://schemas.openxmlformats.org/officeDocument/2006/relationships" id="287" r:id="Re558c1d006f44298"/>
    <p:sldId xmlns:r="http://schemas.openxmlformats.org/officeDocument/2006/relationships" id="288" r:id="Rbc65bafb275e4c5f"/>
    <p:sldId xmlns:r="http://schemas.openxmlformats.org/officeDocument/2006/relationships" id="289" r:id="R1bdebded973747b7"/>
    <p:sldId xmlns:r="http://schemas.openxmlformats.org/officeDocument/2006/relationships" id="290" r:id="R45f34c85128641af"/>
    <p:sldId xmlns:r="http://schemas.openxmlformats.org/officeDocument/2006/relationships" id="291" r:id="R8f6ef812422b4de8"/>
    <p:sldId xmlns:r="http://schemas.openxmlformats.org/officeDocument/2006/relationships" id="292" r:id="R4fe614f8551c4fce"/>
    <p:sldId xmlns:r="http://schemas.openxmlformats.org/officeDocument/2006/relationships" id="293" r:id="R576616dff1b84be6"/>
    <p:sldId xmlns:r="http://schemas.openxmlformats.org/officeDocument/2006/relationships" id="294" r:id="R6056beb7e7034756"/>
    <p:sldId xmlns:r="http://schemas.openxmlformats.org/officeDocument/2006/relationships" id="295" r:id="R45915a070bef4836"/>
    <p:sldId xmlns:r="http://schemas.openxmlformats.org/officeDocument/2006/relationships" id="296" r:id="R0d0372a4e7814511"/>
    <p:sldId xmlns:r="http://schemas.openxmlformats.org/officeDocument/2006/relationships" id="297" r:id="Raa9929a4f5e3475e"/>
    <p:sldId xmlns:r="http://schemas.openxmlformats.org/officeDocument/2006/relationships" id="298" r:id="R9ba147fbb2674786"/>
    <p:sldId xmlns:r="http://schemas.openxmlformats.org/officeDocument/2006/relationships" id="299" r:id="Rf19105d17fab4343"/>
    <p:sldId xmlns:r="http://schemas.openxmlformats.org/officeDocument/2006/relationships" id="300" r:id="R30826a04f7454120"/>
    <p:sldId xmlns:r="http://schemas.openxmlformats.org/officeDocument/2006/relationships" id="301" r:id="Rdf6b026c54d543ee"/>
    <p:sldId xmlns:r="http://schemas.openxmlformats.org/officeDocument/2006/relationships" id="302" r:id="Rccf0cfe4d7a64ae7"/>
    <p:sldId xmlns:r="http://schemas.openxmlformats.org/officeDocument/2006/relationships" id="303" r:id="Rb9fbd7d718774d2a"/>
    <p:sldId xmlns:r="http://schemas.openxmlformats.org/officeDocument/2006/relationships" id="304" r:id="R667d9dc2d6b14c52"/>
    <p:sldId xmlns:r="http://schemas.openxmlformats.org/officeDocument/2006/relationships" id="305" r:id="R65fda550713948c7"/>
    <p:sldId xmlns:r="http://schemas.openxmlformats.org/officeDocument/2006/relationships" id="306" r:id="R93da20f88c4f46e6"/>
    <p:sldId xmlns:r="http://schemas.openxmlformats.org/officeDocument/2006/relationships" id="307" r:id="R08af8c52bd7a4e72"/>
    <p:sldId xmlns:r="http://schemas.openxmlformats.org/officeDocument/2006/relationships" id="308" r:id="R9d25312461d14b85"/>
    <p:sldId xmlns:r="http://schemas.openxmlformats.org/officeDocument/2006/relationships" id="309" r:id="R40fd0d0a370940f1"/>
    <p:sldId xmlns:r="http://schemas.openxmlformats.org/officeDocument/2006/relationships" id="310" r:id="Rbb6f8234ddd74c44"/>
    <p:sldId xmlns:r="http://schemas.openxmlformats.org/officeDocument/2006/relationships" id="311" r:id="R1e4735b6a5bf4e6c"/>
    <p:sldId xmlns:r="http://schemas.openxmlformats.org/officeDocument/2006/relationships" id="312" r:id="Rd604ca5a796141d2"/>
    <p:sldId xmlns:r="http://schemas.openxmlformats.org/officeDocument/2006/relationships" id="313" r:id="Rb04358b8c43444f1"/>
    <p:sldId xmlns:r="http://schemas.openxmlformats.org/officeDocument/2006/relationships" id="314" r:id="Rd568d3d3059c4516"/>
    <p:sldId xmlns:r="http://schemas.openxmlformats.org/officeDocument/2006/relationships" id="315" r:id="Rc459dfb3d9b74283"/>
    <p:sldId xmlns:r="http://schemas.openxmlformats.org/officeDocument/2006/relationships" id="316" r:id="R707c9e105f5445e8"/>
    <p:sldId xmlns:r="http://schemas.openxmlformats.org/officeDocument/2006/relationships" id="317" r:id="Rf61c91e0140b4e73"/>
    <p:sldId xmlns:r="http://schemas.openxmlformats.org/officeDocument/2006/relationships" id="318" r:id="R62eb2ac7bb2f48b6"/>
    <p:sldId xmlns:r="http://schemas.openxmlformats.org/officeDocument/2006/relationships" id="319" r:id="R2f9b03fe155a4f8b"/>
    <p:sldId xmlns:r="http://schemas.openxmlformats.org/officeDocument/2006/relationships" id="320" r:id="R2860072284c44c9f"/>
    <p:sldId xmlns:r="http://schemas.openxmlformats.org/officeDocument/2006/relationships" id="321" r:id="Rdc8ef2a0efdb4552"/>
    <p:sldId xmlns:r="http://schemas.openxmlformats.org/officeDocument/2006/relationships" id="322" r:id="R51c72d050ee4420a"/>
    <p:sldId xmlns:r="http://schemas.openxmlformats.org/officeDocument/2006/relationships" id="323" r:id="R619d6eac34f24e44"/>
    <p:sldId xmlns:r="http://schemas.openxmlformats.org/officeDocument/2006/relationships" id="324" r:id="R85d7035743144b38"/>
    <p:sldId xmlns:r="http://schemas.openxmlformats.org/officeDocument/2006/relationships" id="325" r:id="R254385f66051455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275bf022ae4578" /><Relationship Type="http://schemas.openxmlformats.org/officeDocument/2006/relationships/slideMaster" Target="/ppt/slideMasters/slideMaster1.xml" Id="Rd2b10750f52d48f1" /><Relationship Type="http://schemas.openxmlformats.org/officeDocument/2006/relationships/notesMaster" Target="/ppt/notesMasters/notesMaster1.xml" Id="R179ee380254b47bf" /><Relationship Type="http://schemas.openxmlformats.org/officeDocument/2006/relationships/presProps" Target="/ppt/presProps.xml" Id="Rb44765ec338642ca" /><Relationship Type="http://schemas.openxmlformats.org/officeDocument/2006/relationships/tableStyles" Target="/ppt/tableStyles.xml" Id="R8b4b18abc1b741f7" /><Relationship Type="http://schemas.openxmlformats.org/officeDocument/2006/relationships/slide" Target="/ppt/slides/slide1.xml" Id="Rb2b5ad8948754fae" /><Relationship Type="http://schemas.openxmlformats.org/officeDocument/2006/relationships/slide" Target="/ppt/slides/slide2.xml" Id="R413b5015c00f4ca8" /><Relationship Type="http://schemas.openxmlformats.org/officeDocument/2006/relationships/slide" Target="/ppt/slides/slide3.xml" Id="R2b744797f23d4d8e" /><Relationship Type="http://schemas.openxmlformats.org/officeDocument/2006/relationships/slide" Target="/ppt/slides/slide4.xml" Id="R03ede10444cd443b" /><Relationship Type="http://schemas.openxmlformats.org/officeDocument/2006/relationships/slide" Target="/ppt/slides/slide5.xml" Id="R373f969d23ee4fc1" /><Relationship Type="http://schemas.openxmlformats.org/officeDocument/2006/relationships/slide" Target="/ppt/slides/slide6.xml" Id="R38129e4ecc5a41a1" /><Relationship Type="http://schemas.openxmlformats.org/officeDocument/2006/relationships/slide" Target="/ppt/slides/slide7.xml" Id="R6f7eaac67c9a413c" /><Relationship Type="http://schemas.openxmlformats.org/officeDocument/2006/relationships/slide" Target="/ppt/slides/slide8.xml" Id="R3c8ce48a0f7141f2" /><Relationship Type="http://schemas.openxmlformats.org/officeDocument/2006/relationships/slide" Target="/ppt/slides/slide9.xml" Id="R4b4e9cdfa1ec44d4" /><Relationship Type="http://schemas.openxmlformats.org/officeDocument/2006/relationships/slide" Target="/ppt/slides/slide10.xml" Id="R068ba275a844430d" /><Relationship Type="http://schemas.openxmlformats.org/officeDocument/2006/relationships/slide" Target="/ppt/slides/slide11.xml" Id="R1fb30205dc054f16" /><Relationship Type="http://schemas.openxmlformats.org/officeDocument/2006/relationships/slide" Target="/ppt/slides/slide12.xml" Id="R0f92afad7c2c4ec2" /><Relationship Type="http://schemas.openxmlformats.org/officeDocument/2006/relationships/slide" Target="/ppt/slides/slide13.xml" Id="R48a6e74c7a0d4771" /><Relationship Type="http://schemas.openxmlformats.org/officeDocument/2006/relationships/slide" Target="/ppt/slides/slide14.xml" Id="R842374131e074231" /><Relationship Type="http://schemas.openxmlformats.org/officeDocument/2006/relationships/slide" Target="/ppt/slides/slide15.xml" Id="R3f5993bf59f349b4" /><Relationship Type="http://schemas.openxmlformats.org/officeDocument/2006/relationships/slide" Target="/ppt/slides/slide16.xml" Id="Rb761618f711a483f" /><Relationship Type="http://schemas.openxmlformats.org/officeDocument/2006/relationships/slide" Target="/ppt/slides/slide17.xml" Id="Rb419989b4bdb480e" /><Relationship Type="http://schemas.openxmlformats.org/officeDocument/2006/relationships/slide" Target="/ppt/slides/slide18.xml" Id="R3fc79fa561cf421f" /><Relationship Type="http://schemas.openxmlformats.org/officeDocument/2006/relationships/slide" Target="/ppt/slides/slide19.xml" Id="Rd4cea925b9ca4e43" /><Relationship Type="http://schemas.openxmlformats.org/officeDocument/2006/relationships/slide" Target="/ppt/slides/slide20.xml" Id="R2d13712a662a4ca8" /><Relationship Type="http://schemas.openxmlformats.org/officeDocument/2006/relationships/slide" Target="/ppt/slides/slide21.xml" Id="Re53c857c71f34be0" /><Relationship Type="http://schemas.openxmlformats.org/officeDocument/2006/relationships/slide" Target="/ppt/slides/slide22.xml" Id="R4ba88afd71c745b2" /><Relationship Type="http://schemas.openxmlformats.org/officeDocument/2006/relationships/slide" Target="/ppt/slides/slide23.xml" Id="Rc3960020c1d642b3" /><Relationship Type="http://schemas.openxmlformats.org/officeDocument/2006/relationships/slide" Target="/ppt/slides/slide24.xml" Id="Rd83b5039bd854fdc" /><Relationship Type="http://schemas.openxmlformats.org/officeDocument/2006/relationships/slide" Target="/ppt/slides/slide25.xml" Id="Rf77eaf0d935d4d96" /><Relationship Type="http://schemas.openxmlformats.org/officeDocument/2006/relationships/slide" Target="/ppt/slides/slide26.xml" Id="R081a82755bdb4ef8" /><Relationship Type="http://schemas.openxmlformats.org/officeDocument/2006/relationships/slide" Target="/ppt/slides/slide27.xml" Id="R9129771dd271437a" /><Relationship Type="http://schemas.openxmlformats.org/officeDocument/2006/relationships/slide" Target="/ppt/slides/slide28.xml" Id="R3e39c134bcd2446e" /><Relationship Type="http://schemas.openxmlformats.org/officeDocument/2006/relationships/slide" Target="/ppt/slides/slide29.xml" Id="Rf5e3a2e8111441b3" /><Relationship Type="http://schemas.openxmlformats.org/officeDocument/2006/relationships/slide" Target="/ppt/slides/slide30.xml" Id="R21ee2efd11754ba5" /><Relationship Type="http://schemas.openxmlformats.org/officeDocument/2006/relationships/slide" Target="/ppt/slides/slide31.xml" Id="R466b5877a7ce426a" /><Relationship Type="http://schemas.openxmlformats.org/officeDocument/2006/relationships/slide" Target="/ppt/slides/slide32.xml" Id="Re558c1d006f44298" /><Relationship Type="http://schemas.openxmlformats.org/officeDocument/2006/relationships/slide" Target="/ppt/slides/slide33.xml" Id="Rbc65bafb275e4c5f" /><Relationship Type="http://schemas.openxmlformats.org/officeDocument/2006/relationships/slide" Target="/ppt/slides/slide34.xml" Id="R1bdebded973747b7" /><Relationship Type="http://schemas.openxmlformats.org/officeDocument/2006/relationships/slide" Target="/ppt/slides/slide35.xml" Id="R45f34c85128641af" /><Relationship Type="http://schemas.openxmlformats.org/officeDocument/2006/relationships/slide" Target="/ppt/slides/slide36.xml" Id="R8f6ef812422b4de8" /><Relationship Type="http://schemas.openxmlformats.org/officeDocument/2006/relationships/slide" Target="/ppt/slides/slide37.xml" Id="R4fe614f8551c4fce" /><Relationship Type="http://schemas.openxmlformats.org/officeDocument/2006/relationships/slide" Target="/ppt/slides/slide38.xml" Id="R576616dff1b84be6" /><Relationship Type="http://schemas.openxmlformats.org/officeDocument/2006/relationships/slide" Target="/ppt/slides/slide39.xml" Id="R6056beb7e7034756" /><Relationship Type="http://schemas.openxmlformats.org/officeDocument/2006/relationships/slide" Target="/ppt/slides/slide40.xml" Id="R45915a070bef4836" /><Relationship Type="http://schemas.openxmlformats.org/officeDocument/2006/relationships/slide" Target="/ppt/slides/slide41.xml" Id="R0d0372a4e7814511" /><Relationship Type="http://schemas.openxmlformats.org/officeDocument/2006/relationships/slide" Target="/ppt/slides/slide42.xml" Id="Raa9929a4f5e3475e" /><Relationship Type="http://schemas.openxmlformats.org/officeDocument/2006/relationships/slide" Target="/ppt/slides/slide43.xml" Id="R9ba147fbb2674786" /><Relationship Type="http://schemas.openxmlformats.org/officeDocument/2006/relationships/slide" Target="/ppt/slides/slide44.xml" Id="Rf19105d17fab4343" /><Relationship Type="http://schemas.openxmlformats.org/officeDocument/2006/relationships/slide" Target="/ppt/slides/slide45.xml" Id="R30826a04f7454120" /><Relationship Type="http://schemas.openxmlformats.org/officeDocument/2006/relationships/slide" Target="/ppt/slides/slide46.xml" Id="Rdf6b026c54d543ee" /><Relationship Type="http://schemas.openxmlformats.org/officeDocument/2006/relationships/slide" Target="/ppt/slides/slide47.xml" Id="Rccf0cfe4d7a64ae7" /><Relationship Type="http://schemas.openxmlformats.org/officeDocument/2006/relationships/slide" Target="/ppt/slides/slide48.xml" Id="Rb9fbd7d718774d2a" /><Relationship Type="http://schemas.openxmlformats.org/officeDocument/2006/relationships/slide" Target="/ppt/slides/slide49.xml" Id="R667d9dc2d6b14c52" /><Relationship Type="http://schemas.openxmlformats.org/officeDocument/2006/relationships/slide" Target="/ppt/slides/slide50.xml" Id="R65fda550713948c7" /><Relationship Type="http://schemas.openxmlformats.org/officeDocument/2006/relationships/slide" Target="/ppt/slides/slide51.xml" Id="R93da20f88c4f46e6" /><Relationship Type="http://schemas.openxmlformats.org/officeDocument/2006/relationships/slide" Target="/ppt/slides/slide52.xml" Id="R08af8c52bd7a4e72" /><Relationship Type="http://schemas.openxmlformats.org/officeDocument/2006/relationships/slide" Target="/ppt/slides/slide53.xml" Id="R9d25312461d14b85" /><Relationship Type="http://schemas.openxmlformats.org/officeDocument/2006/relationships/slide" Target="/ppt/slides/slide54.xml" Id="R40fd0d0a370940f1" /><Relationship Type="http://schemas.openxmlformats.org/officeDocument/2006/relationships/slide" Target="/ppt/slides/slide55.xml" Id="Rbb6f8234ddd74c44" /><Relationship Type="http://schemas.openxmlformats.org/officeDocument/2006/relationships/slide" Target="/ppt/slides/slide56.xml" Id="R1e4735b6a5bf4e6c" /><Relationship Type="http://schemas.openxmlformats.org/officeDocument/2006/relationships/slide" Target="/ppt/slides/slide57.xml" Id="Rd604ca5a796141d2" /><Relationship Type="http://schemas.openxmlformats.org/officeDocument/2006/relationships/slide" Target="/ppt/slides/slide58.xml" Id="Rb04358b8c43444f1" /><Relationship Type="http://schemas.openxmlformats.org/officeDocument/2006/relationships/slide" Target="/ppt/slides/slide59.xml" Id="Rd568d3d3059c4516" /><Relationship Type="http://schemas.openxmlformats.org/officeDocument/2006/relationships/slide" Target="/ppt/slides/slide60.xml" Id="Rc459dfb3d9b74283" /><Relationship Type="http://schemas.openxmlformats.org/officeDocument/2006/relationships/slide" Target="/ppt/slides/slide61.xml" Id="R707c9e105f5445e8" /><Relationship Type="http://schemas.openxmlformats.org/officeDocument/2006/relationships/slide" Target="/ppt/slides/slide62.xml" Id="Rf61c91e0140b4e73" /><Relationship Type="http://schemas.openxmlformats.org/officeDocument/2006/relationships/slide" Target="/ppt/slides/slide63.xml" Id="R62eb2ac7bb2f48b6" /><Relationship Type="http://schemas.openxmlformats.org/officeDocument/2006/relationships/slide" Target="/ppt/slides/slide64.xml" Id="R2f9b03fe155a4f8b" /><Relationship Type="http://schemas.openxmlformats.org/officeDocument/2006/relationships/slide" Target="/ppt/slides/slide65.xml" Id="R2860072284c44c9f" /><Relationship Type="http://schemas.openxmlformats.org/officeDocument/2006/relationships/slide" Target="/ppt/slides/slide66.xml" Id="Rdc8ef2a0efdb4552" /><Relationship Type="http://schemas.openxmlformats.org/officeDocument/2006/relationships/slide" Target="/ppt/slides/slide67.xml" Id="R51c72d050ee4420a" /><Relationship Type="http://schemas.openxmlformats.org/officeDocument/2006/relationships/slide" Target="/ppt/slides/slide68.xml" Id="R619d6eac34f24e44" /><Relationship Type="http://schemas.openxmlformats.org/officeDocument/2006/relationships/slide" Target="/ppt/slides/slide69.xml" Id="R85d7035743144b38" /><Relationship Type="http://schemas.openxmlformats.org/officeDocument/2006/relationships/slide" Target="/ppt/slides/slide70.xml" Id="R254385f6605145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b21112f23a42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a0d719e2cd4ccd" /><Relationship Type="http://schemas.openxmlformats.org/officeDocument/2006/relationships/notesMaster" Target="/ppt/notesMasters/notesMaster1.xml" Id="R41fd40cab93a41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961268747c4dcb" /><Relationship Type="http://schemas.openxmlformats.org/officeDocument/2006/relationships/notesMaster" Target="/ppt/notesMasters/notesMaster1.xml" Id="R829f6c14c4b04b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22a303094e437b" /><Relationship Type="http://schemas.openxmlformats.org/officeDocument/2006/relationships/notesMaster" Target="/ppt/notesMasters/notesMaster1.xml" Id="R1da04399c01e42a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5f02154e09401d" /><Relationship Type="http://schemas.openxmlformats.org/officeDocument/2006/relationships/notesMaster" Target="/ppt/notesMasters/notesMaster1.xml" Id="R55b39cca1ab7443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30d43a7ac64513" /><Relationship Type="http://schemas.openxmlformats.org/officeDocument/2006/relationships/notesMaster" Target="/ppt/notesMasters/notesMaster1.xml" Id="R4ff09b78ec8046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8ba7ba669f4f66" /><Relationship Type="http://schemas.openxmlformats.org/officeDocument/2006/relationships/notesMaster" Target="/ppt/notesMasters/notesMaster1.xml" Id="Rf1e899f04ea949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87c487a1d441b1" /><Relationship Type="http://schemas.openxmlformats.org/officeDocument/2006/relationships/notesMaster" Target="/ppt/notesMasters/notesMaster1.xml" Id="R4bceded7c05447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53c7875e004b35" /><Relationship Type="http://schemas.openxmlformats.org/officeDocument/2006/relationships/notesMaster" Target="/ppt/notesMasters/notesMaster1.xml" Id="R0e50faaf2e1c48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19c20e92ea4fc6" /><Relationship Type="http://schemas.openxmlformats.org/officeDocument/2006/relationships/notesMaster" Target="/ppt/notesMasters/notesMaster1.xml" Id="Rc4e7a2bc6dd14f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f4cd0f68e94d98" /><Relationship Type="http://schemas.openxmlformats.org/officeDocument/2006/relationships/notesMaster" Target="/ppt/notesMasters/notesMaster1.xml" Id="Rf3fde39072754cd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fb9c586f5d405a" /><Relationship Type="http://schemas.openxmlformats.org/officeDocument/2006/relationships/notesMaster" Target="/ppt/notesMasters/notesMaster1.xml" Id="R18c8c8c6c1974d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9e7ed66ad5340c7" /><Relationship Type="http://schemas.openxmlformats.org/officeDocument/2006/relationships/notesMaster" Target="/ppt/notesMasters/notesMaster1.xml" Id="R453bb4d67f14423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a90d00c1beb4a72" /><Relationship Type="http://schemas.openxmlformats.org/officeDocument/2006/relationships/notesMaster" Target="/ppt/notesMasters/notesMaster1.xml" Id="R4de0fa5969654d2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d17744fe6cd4161" /><Relationship Type="http://schemas.openxmlformats.org/officeDocument/2006/relationships/notesMaster" Target="/ppt/notesMasters/notesMaster1.xml" Id="Rf8c0b592a6ab437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6c06604453b46f7" /><Relationship Type="http://schemas.openxmlformats.org/officeDocument/2006/relationships/notesMaster" Target="/ppt/notesMasters/notesMaster1.xml" Id="R27c7995779ad4f1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ac9538238514495" /><Relationship Type="http://schemas.openxmlformats.org/officeDocument/2006/relationships/notesMaster" Target="/ppt/notesMasters/notesMaster1.xml" Id="Raa664902a88c45f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c48b495cd3043ba" /><Relationship Type="http://schemas.openxmlformats.org/officeDocument/2006/relationships/notesMaster" Target="/ppt/notesMasters/notesMaster1.xml" Id="Ra71e305b6da1479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9307fd8d94844dc" /><Relationship Type="http://schemas.openxmlformats.org/officeDocument/2006/relationships/notesMaster" Target="/ppt/notesMasters/notesMaster1.xml" Id="R1ae0075820564d5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3773dee14b746b7" /><Relationship Type="http://schemas.openxmlformats.org/officeDocument/2006/relationships/notesMaster" Target="/ppt/notesMasters/notesMaster1.xml" Id="R6a47724337fd49f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8679a9e7c894a08" /><Relationship Type="http://schemas.openxmlformats.org/officeDocument/2006/relationships/notesMaster" Target="/ppt/notesMasters/notesMaster1.xml" Id="R28a81d5419e44fa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3443e5964e046ee" /><Relationship Type="http://schemas.openxmlformats.org/officeDocument/2006/relationships/notesMaster" Target="/ppt/notesMasters/notesMaster1.xml" Id="R60a8c052640b443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21de8101f5644bb" /><Relationship Type="http://schemas.openxmlformats.org/officeDocument/2006/relationships/notesMaster" Target="/ppt/notesMasters/notesMaster1.xml" Id="R7aec92c6e956403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a8f3cb5570645d9" /><Relationship Type="http://schemas.openxmlformats.org/officeDocument/2006/relationships/notesMaster" Target="/ppt/notesMasters/notesMaster1.xml" Id="R4a2ffe684dd2487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9020ff7545642a0" /><Relationship Type="http://schemas.openxmlformats.org/officeDocument/2006/relationships/notesMaster" Target="/ppt/notesMasters/notesMaster1.xml" Id="R157e4469676749c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63ab8df7bcf494a" /><Relationship Type="http://schemas.openxmlformats.org/officeDocument/2006/relationships/notesMaster" Target="/ppt/notesMasters/notesMaster1.xml" Id="Rce65132105034aa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44ba1290e0f4d3c" /><Relationship Type="http://schemas.openxmlformats.org/officeDocument/2006/relationships/notesMaster" Target="/ppt/notesMasters/notesMaster1.xml" Id="Re94fdca313f240b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b044ad0ef2e4c63" /><Relationship Type="http://schemas.openxmlformats.org/officeDocument/2006/relationships/notesMaster" Target="/ppt/notesMasters/notesMaster1.xml" Id="R4d77a69eb24e411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9d116b2fdc742c2" /><Relationship Type="http://schemas.openxmlformats.org/officeDocument/2006/relationships/notesMaster" Target="/ppt/notesMasters/notesMaster1.xml" Id="Rcc7a9b85bb7c4af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2c015d279be487c" /><Relationship Type="http://schemas.openxmlformats.org/officeDocument/2006/relationships/notesMaster" Target="/ppt/notesMasters/notesMaster1.xml" Id="R648794eb07c447f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3ee20bfb2134a0a" /><Relationship Type="http://schemas.openxmlformats.org/officeDocument/2006/relationships/notesMaster" Target="/ppt/notesMasters/notesMaster1.xml" Id="R26bcab7cf48f485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ad56a3d9f9c4b8e" /><Relationship Type="http://schemas.openxmlformats.org/officeDocument/2006/relationships/notesMaster" Target="/ppt/notesMasters/notesMaster1.xml" Id="R76eb5edb12c4466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1365b891a1b4c1a" /><Relationship Type="http://schemas.openxmlformats.org/officeDocument/2006/relationships/notesMaster" Target="/ppt/notesMasters/notesMaster1.xml" Id="R9f4e19e4e830490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574de27df8c44ee" /><Relationship Type="http://schemas.openxmlformats.org/officeDocument/2006/relationships/notesMaster" Target="/ppt/notesMasters/notesMaster1.xml" Id="R353337f708ae4b1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98495ab53644213" /><Relationship Type="http://schemas.openxmlformats.org/officeDocument/2006/relationships/notesMaster" Target="/ppt/notesMasters/notesMaster1.xml" Id="Ra0d8183d048c4a7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81c964cdae84e00" /><Relationship Type="http://schemas.openxmlformats.org/officeDocument/2006/relationships/notesMaster" Target="/ppt/notesMasters/notesMaster1.xml" Id="R1706a70f8cef4b4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7aa55166e3249e2" /><Relationship Type="http://schemas.openxmlformats.org/officeDocument/2006/relationships/notesMaster" Target="/ppt/notesMasters/notesMaster1.xml" Id="Rcd4a3c5ca7e642d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1284d234351493b" /><Relationship Type="http://schemas.openxmlformats.org/officeDocument/2006/relationships/notesMaster" Target="/ppt/notesMasters/notesMaster1.xml" Id="R5d08173d0f66412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01625cb4de64e66" /><Relationship Type="http://schemas.openxmlformats.org/officeDocument/2006/relationships/notesMaster" Target="/ppt/notesMasters/notesMaster1.xml" Id="Rf5d70c4c4639487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f80e4669e434364" /><Relationship Type="http://schemas.openxmlformats.org/officeDocument/2006/relationships/notesMaster" Target="/ppt/notesMasters/notesMaster1.xml" Id="R878bcf7de07e44b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37f9946160b4bd3" /><Relationship Type="http://schemas.openxmlformats.org/officeDocument/2006/relationships/notesMaster" Target="/ppt/notesMasters/notesMaster1.xml" Id="Ra2fa7b84dbb146fa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6b5eef92e1340e2" /><Relationship Type="http://schemas.openxmlformats.org/officeDocument/2006/relationships/notesMaster" Target="/ppt/notesMasters/notesMaster1.xml" Id="R2ee0da31c6944f8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c32ac9af54942ab" /><Relationship Type="http://schemas.openxmlformats.org/officeDocument/2006/relationships/notesMaster" Target="/ppt/notesMasters/notesMaster1.xml" Id="R7eb1cb0519d14432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e3619a1a95e4005" /><Relationship Type="http://schemas.openxmlformats.org/officeDocument/2006/relationships/notesMaster" Target="/ppt/notesMasters/notesMaster1.xml" Id="R143449993ca742b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641e5f48e7648b4" /><Relationship Type="http://schemas.openxmlformats.org/officeDocument/2006/relationships/notesMaster" Target="/ppt/notesMasters/notesMaster1.xml" Id="Rfcc51ec7b7fe47c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a0c81045e6146e4" /><Relationship Type="http://schemas.openxmlformats.org/officeDocument/2006/relationships/notesMaster" Target="/ppt/notesMasters/notesMaster1.xml" Id="R1f23c9a8562a4c4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3cc0490e65f410f" /><Relationship Type="http://schemas.openxmlformats.org/officeDocument/2006/relationships/notesMaster" Target="/ppt/notesMasters/notesMaster1.xml" Id="R0b7d2c6b6e2b4747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70748b7dd71e4cdc" /><Relationship Type="http://schemas.openxmlformats.org/officeDocument/2006/relationships/notesMaster" Target="/ppt/notesMasters/notesMaster1.xml" Id="R11a7bfe256364ccb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342951df97024f1c" /><Relationship Type="http://schemas.openxmlformats.org/officeDocument/2006/relationships/notesMaster" Target="/ppt/notesMasters/notesMaster1.xml" Id="R24926a35a5ed4502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f7b6d97581514f8c" /><Relationship Type="http://schemas.openxmlformats.org/officeDocument/2006/relationships/notesMaster" Target="/ppt/notesMasters/notesMaster1.xml" Id="R031ade133cfd426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a9364d64abfb469d" /><Relationship Type="http://schemas.openxmlformats.org/officeDocument/2006/relationships/notesMaster" Target="/ppt/notesMasters/notesMaster1.xml" Id="R72c29df1a26f47ed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b85d471a21dd484d" /><Relationship Type="http://schemas.openxmlformats.org/officeDocument/2006/relationships/notesMaster" Target="/ppt/notesMasters/notesMaster1.xml" Id="R1ff4d3ff7d084878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83b0f0e47ee54882" /><Relationship Type="http://schemas.openxmlformats.org/officeDocument/2006/relationships/notesMaster" Target="/ppt/notesMasters/notesMaster1.xml" Id="R87504458e9af493c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18b7c59a2a2f4425" /><Relationship Type="http://schemas.openxmlformats.org/officeDocument/2006/relationships/notesMaster" Target="/ppt/notesMasters/notesMaster1.xml" Id="R96f4d6e81a9a4bb8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8f2f6afcd7b443d" /><Relationship Type="http://schemas.openxmlformats.org/officeDocument/2006/relationships/notesMaster" Target="/ppt/notesMasters/notesMaster1.xml" Id="Re9690c45723846fc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dbea5175ef984d8d" /><Relationship Type="http://schemas.openxmlformats.org/officeDocument/2006/relationships/notesMaster" Target="/ppt/notesMasters/notesMaster1.xml" Id="Rb05636ea46524dd1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587b97a0231b482d" /><Relationship Type="http://schemas.openxmlformats.org/officeDocument/2006/relationships/notesMaster" Target="/ppt/notesMasters/notesMaster1.xml" Id="R77023ef331074896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2ea6bfa782b543f3" /><Relationship Type="http://schemas.openxmlformats.org/officeDocument/2006/relationships/notesMaster" Target="/ppt/notesMasters/notesMaster1.xml" Id="R9ce613ef3472465f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10074c61c91f42ad" /><Relationship Type="http://schemas.openxmlformats.org/officeDocument/2006/relationships/notesMaster" Target="/ppt/notesMasters/notesMaster1.xml" Id="Rc5611077b8c24400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f1b78086e6234275" /><Relationship Type="http://schemas.openxmlformats.org/officeDocument/2006/relationships/notesMaster" Target="/ppt/notesMasters/notesMaster1.xml" Id="R4f50ff25cfa743b8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5e3f6bfeafd04f8a" /><Relationship Type="http://schemas.openxmlformats.org/officeDocument/2006/relationships/notesMaster" Target="/ppt/notesMasters/notesMaster1.xml" Id="R98624e67c80c4e6d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bad46bb36568458a" /><Relationship Type="http://schemas.openxmlformats.org/officeDocument/2006/relationships/notesMaster" Target="/ppt/notesMasters/notesMaster1.xml" Id="R42896eb465f44591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06cf24005a9740d5" /><Relationship Type="http://schemas.openxmlformats.org/officeDocument/2006/relationships/notesMaster" Target="/ppt/notesMasters/notesMaster1.xml" Id="R830a726210ce420b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0304249b6d644a5b" /><Relationship Type="http://schemas.openxmlformats.org/officeDocument/2006/relationships/notesMaster" Target="/ppt/notesMasters/notesMaster1.xml" Id="R48803e97550d45f4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5d65ef61f91e4b19" /><Relationship Type="http://schemas.openxmlformats.org/officeDocument/2006/relationships/notesMaster" Target="/ppt/notesMasters/notesMaster1.xml" Id="R57cf85d32a3a4397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c09d16ff04624959" /><Relationship Type="http://schemas.openxmlformats.org/officeDocument/2006/relationships/notesMaster" Target="/ppt/notesMasters/notesMaster1.xml" Id="R52c6cec5ab594787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c9894c2fa5f84f76" /><Relationship Type="http://schemas.openxmlformats.org/officeDocument/2006/relationships/notesMaster" Target="/ppt/notesMasters/notesMaster1.xml" Id="Rcadf907ae43e486b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02797302fa214209" /><Relationship Type="http://schemas.openxmlformats.org/officeDocument/2006/relationships/notesMaster" Target="/ppt/notesMasters/notesMaster1.xml" Id="Rf3633a90d82040d5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f8d2b8cb117e4334" /><Relationship Type="http://schemas.openxmlformats.org/officeDocument/2006/relationships/notesMaster" Target="/ppt/notesMasters/notesMaster1.xml" Id="R94d093cb2165473e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8ec72c577b0c4440" /><Relationship Type="http://schemas.openxmlformats.org/officeDocument/2006/relationships/notesMaster" Target="/ppt/notesMasters/notesMaster1.xml" Id="R66d24d8a039b4e80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08ade8447dd3445e" /><Relationship Type="http://schemas.openxmlformats.org/officeDocument/2006/relationships/notesMaster" Target="/ppt/notesMasters/notesMaster1.xml" Id="R951186d0cea543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/Users/keivn/Project/AI-Course/准备材料/参考课程/知乎AI课程/正课/27.【测试与数据】大模型产品开发中的数据准备与反馈闭环.pdf（参考页：1）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/Users/keivn/Project/AI-Course/准备材料/参考课程/知乎AI课程/正课/27.【测试与数据】大模型产品开发中的数据准备与反馈闭环.pdf（参考页：14–16、25）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/Users/keivn/Project/AI-Course/准备材料/参考课程/知乎AI课程/正课/27.【测试与数据】大模型产品开发中的数据准备与反馈闭环.pdf（参考页：25–27）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/Users/keivn/Project/AI-Course/准备材料/参考课程/知乎AI课程/正课/27.【测试与数据】大模型产品开发中的数据准备与反馈闭环.pdf（参考页：27–29）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/Users/keivn/Project/AI-Course/准备材料/参考课程/知乎AI课程/正课/27.【测试与数据】大模型产品开发中的数据准备与反馈闭环.pdf（参考页：9、24、72）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/Users/keivn/Project/AI-Course/准备材料/参考课程/知乎AI课程/正课/27.【测试与数据】大模型产品开发中的数据准备与反馈闭环.pdf（参考页：17、20）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/Users/keivn/Project/AI-Course/准备材料/参考课程/知乎AI课程/正课/27.【测试与数据】大模型产品开发中的数据准备与反馈闭环.pdf（参考页：18）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/Users/keivn/Project/AI-Course/准备材料/参考课程/知乎AI课程/正课/27.【测试与数据】大模型产品开发中的数据准备与反馈闭环.pdf（参考页：19）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/Users/keivn/Project/AI-Course/准备材料/参考课程/知乎AI课程/正课/27.【测试与数据】大模型产品开发中的数据准备与反馈闭环.pdf（参考页：21）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/Users/keivn/Project/AI-Course/准备材料/参考课程/知乎AI课程/正课/27.【测试与数据】大模型产品开发中的数据准备与反馈闭环.pdf（参考页：23–24）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/Users/keivn/Project/AI-Course/准备材料/参考课程/知乎AI课程/正课/27.【测试与数据】大模型产品开发中的数据准备与反馈闭环.pdf（参考页：24）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/Users/keivn/Project/AI-Course/准备材料/参考课程/知乎AI课程/正课/27.【测试与数据】大模型产品开发中的数据准备与反馈闭环.pdf（参考页：26）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/Users/keivn/Project/AI-Course/准备材料/参考课程/知乎AI课程/正课/27.【测试与数据】大模型产品开发中的数据准备与反馈闭环.pdf（参考页：30）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/Users/keivn/Project/AI-Course/准备材料/参考课程/知乎AI课程/正课/27.【测试与数据】大模型产品开发中的数据准备与反馈闭环.pdf（参考页：32）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/Users/keivn/Project/AI-Course/准备材料/参考课程/知乎AI课程/正课/27.【测试与数据】大模型产品开发中的数据准备与反馈闭环.pdf（参考页：46–50）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/Users/keivn/Project/AI-Course/准备材料/参考课程/知乎AI课程/正课/27.【测试与数据】大模型产品开发中的数据准备与反馈闭环.pdf（参考页：47、54）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/Users/keivn/Project/AI-Course/准备材料/参考课程/知乎AI课程/正课/27.【测试与数据】大模型产品开发中的数据准备与反馈闭环.pdf（参考页：47–50）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/Users/keivn/Project/AI-Course/准备材料/参考课程/知乎AI课程/正课/27.【测试与数据】大模型产品开发中的数据准备与反馈闭环.pdf（参考页：47–49）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/Users/keivn/Project/AI-Course/准备材料/参考课程/知乎AI课程/正课/27.【测试与数据】大模型产品开发中的数据准备与反馈闭环.pdf（参考页：31、33）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/Users/keivn/Project/AI-Course/准备材料/参考课程/知乎AI课程/正课/27.【测试与数据】大模型产品开发中的数据准备与反馈闭环.pdf（参考页：33）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/Users/keivn/Project/AI-Course/准备材料/参考课程/知乎AI课程/正课/27.【测试与数据】大模型产品开发中的数据准备与反馈闭环.pdf（参考页：34–38）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/Users/keivn/Project/AI-Course/准备材料/参考课程/知乎AI课程/正课/27.【测试与数据】大模型产品开发中的数据准备与反馈闭环.pdf（参考页：40–41）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/Users/keivn/Project/AI-Course/准备材料/参考课程/知乎AI课程/正课/27.【测试与数据】大模型产品开发中的数据准备与反馈闭环.pdf（参考页：42、49）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/Users/keivn/Project/AI-Course/准备材料/参考课程/知乎AI课程/正课/27.【测试与数据】大模型产品开发中的数据准备与反馈闭环.pdf（参考页：42、49）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/Users/keivn/Project/AI-Course/准备材料/参考课程/知乎AI课程/正课/27.【测试与数据】大模型产品开发中的数据准备与反馈闭环.pdf（参考页：31–42）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/Users/keivn/Project/AI-Course/准备材料/参考课程/知乎AI课程/正课/27.【测试与数据】大模型产品开发中的数据准备与反馈闭环.pdf（参考页：49、55–57）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/Users/keivn/Project/AI-Course/准备材料/参考课程/知乎AI课程/正课/27.【测试与数据】大模型产品开发中的数据准备与反馈闭环.pdf（参考页：49、59）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/Users/keivn/Project/AI-Course/准备材料/参考课程/知乎AI课程/正课/27.【测试与数据】大模型产品开发中的数据准备与反馈闭环.pdf（参考页：44–45）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/Users/keivn/Project/AI-Course/准备材料/参考课程/知乎AI课程/正课/27.【测试与数据】大模型产品开发中的数据准备与反馈闭环.pdf（参考页：46）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/Users/keivn/Project/AI-Course/准备材料/参考课程/知乎AI课程/正课/27.【测试与数据】大模型产品开发中的数据准备与反馈闭环.pdf（参考页：51–52）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/Users/keivn/Project/AI-Course/准备材料/参考课程/知乎AI课程/正课/27.【测试与数据】大模型产品开发中的数据准备与反馈闭环.pdf（参考页：54）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/Users/keivn/Project/AI-Course/准备材料/参考课程/知乎AI课程/正课/27.【测试与数据】大模型产品开发中的数据准备与反馈闭环.pdf（参考页：55–57）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/Users/keivn/Project/AI-Course/准备材料/参考课程/知乎AI课程/正课/27.【测试与数据】大模型产品开发中的数据准备与反馈闭环.pdf（参考页：55–57）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/Users/keivn/Project/AI-Course/准备材料/参考课程/知乎AI课程/正课/27.【测试与数据】大模型产品开发中的数据准备与反馈闭环.pdf（参考页：60–62）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/Users/keivn/Project/AI-Course/准备材料/参考课程/知乎AI课程/正课/27.【测试与数据】大模型产品开发中的数据准备与反馈闭环.pdf（参考页：60–62）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/Users/keivn/Project/AI-Course/准备材料/参考课程/知乎AI课程/正课/27.【测试与数据】大模型产品开发中的数据准备与反馈闭环.pdf（参考页：65–66）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/Users/keivn/Project/AI-Course/准备材料/参考课程/知乎AI课程/正课/27.【测试与数据】大模型产品开发中的数据准备与反馈闭环.pdf（参考页：67–71）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/Users/keivn/Project/AI-Course/准备材料/参考课程/知乎AI课程/正课/27.【测试与数据】大模型产品开发中的数据准备与反馈闭环.pdf（参考页：72）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/Users/keivn/Project/AI-Course/准备材料/参考课程/知乎AI课程/正课/27.【测试与数据】大模型产品开发中的数据准备与反馈闭环.pdf（参考页：73）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/Users/keivn/Project/AI-Course/准备材料/参考课程/知乎AI课程/正课/27.【测试与数据】大模型产品开发中的数据准备与反馈闭环.pdf（参考页：74–75）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/Users/keivn/Project/AI-Course/准备材料/参考课程/知乎AI课程/正课/27.【测试与数据】大模型产品开发中的数据准备与反馈闭环.pdf（参考页：76）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/Users/keivn/Project/AI-Course/准备材料/参考课程/知乎AI课程/正课/27.【测试与数据】大模型产品开发中的数据准备与反馈闭环.pdf（参考页：77–79）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/Users/keivn/Project/AI-Course/准备材料/参考课程/知乎AI课程/正课/27.【测试与数据】大模型产品开发中的数据准备与反馈闭环.pdf（参考页：80–81）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/Users/keivn/Project/AI-Course/准备材料/参考课程/知乎AI课程/正课/27.【测试与数据】大模型产品开发中的数据准备与反馈闭环.pdf（参考页：82–83）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/Users/keivn/Project/AI-Course/准备材料/参考课程/知乎AI课程/正课/27.【测试与数据】大模型产品开发中的数据准备与反馈闭环.pdf（参考页：84）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/Users/keivn/Project/AI-Course/准备材料/参考课程/知乎AI课程/正课/27.【测试与数据】大模型产品开发中的数据准备与反馈闭环.pdf（参考页：85–86）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/Users/keivn/Project/AI-Course/准备材料/参考课程/知乎AI课程/正课/27.【测试与数据】大模型产品开发中的数据准备与反馈闭环.pdf（参考页：85–95）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/Users/keivn/Project/AI-Course/准备材料/参考课程/知乎AI课程/正课/27.【测试与数据】大模型产品开发中的数据准备与反馈闭环.pdf（参考页：87–90）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/Users/keivn/Project/AI-Course/准备材料/参考课程/知乎AI课程/正课/27.【测试与数据】大模型产品开发中的数据准备与反馈闭环.pdf（参考页：91–95）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/Users/keivn/Project/AI-Course/准备材料/参考课程/知乎AI课程/正课/27.【测试与数据】大模型产品开发中的数据准备与反馈闭环.pdf（参考页：60–63、91–95）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/Users/keivn/Project/AI-Course/准备材料/参考课程/知乎AI课程/正课/27.【测试与数据】大模型产品开发中的数据准备与反馈闭环.pdf（参考页：102–112）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/Users/keivn/Project/AI-Course/准备材料/参考课程/知乎AI课程/正课/27.【测试与数据】大模型产品开发中的数据准备与反馈闭环.pdf（参考页：60–63、72–101）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6ba178f49444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24399a6fd74041" /><Relationship Type="http://schemas.openxmlformats.org/officeDocument/2006/relationships/slideLayout" Target="/ppt/slideLayouts/slideLayout1.xml" Id="R85032a75e7ea4c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032a75e7ea4c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b2637c2cd4fc3" /><Relationship Type="http://schemas.openxmlformats.org/officeDocument/2006/relationships/notesSlide" Target="/ppt/notesSlides/notesSlide1.xml" Id="Ree53d2e376ac4f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361443d709463e" /><Relationship Type="http://schemas.openxmlformats.org/officeDocument/2006/relationships/notesSlide" Target="/ppt/notesSlides/notesSlide2.xml" Id="Rf4d81ea3d56043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432f21d2884a0b" /><Relationship Type="http://schemas.openxmlformats.org/officeDocument/2006/relationships/notesSlide" Target="/ppt/notesSlides/notesSlide3.xml" Id="Ra3799da66d0746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6d034d438c4740" /><Relationship Type="http://schemas.openxmlformats.org/officeDocument/2006/relationships/notesSlide" Target="/ppt/notesSlides/notesSlide4.xml" Id="R82687242ebae4a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240a007d042a3" /><Relationship Type="http://schemas.openxmlformats.org/officeDocument/2006/relationships/notesSlide" Target="/ppt/notesSlides/notesSlide5.xml" Id="Rf097e2f5ed7b48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b32406fefe4a1e" /><Relationship Type="http://schemas.openxmlformats.org/officeDocument/2006/relationships/notesSlide" Target="/ppt/notesSlides/notesSlide6.xml" Id="Rb286fc5d5a614f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ca511c2a554491" /><Relationship Type="http://schemas.openxmlformats.org/officeDocument/2006/relationships/notesSlide" Target="/ppt/notesSlides/notesSlide7.xml" Id="R86255120a7cc4d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79805bb7e44e5" /><Relationship Type="http://schemas.openxmlformats.org/officeDocument/2006/relationships/notesSlide" Target="/ppt/notesSlides/notesSlide8.xml" Id="R1bb8a11871fa442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aca604f1644e5" /><Relationship Type="http://schemas.openxmlformats.org/officeDocument/2006/relationships/notesSlide" Target="/ppt/notesSlides/notesSlide9.xml" Id="R3bd0d4c25a2b49e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85e6fa4144fa7" /><Relationship Type="http://schemas.openxmlformats.org/officeDocument/2006/relationships/notesSlide" Target="/ppt/notesSlides/notesSlide10.xml" Id="R221e3b4a5b3f440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d4ed4dfbd6473c" /><Relationship Type="http://schemas.openxmlformats.org/officeDocument/2006/relationships/notesSlide" Target="/ppt/notesSlides/notesSlide11.xml" Id="R22b68d021110464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f4f13a22f040a6" /><Relationship Type="http://schemas.openxmlformats.org/officeDocument/2006/relationships/notesSlide" Target="/ppt/notesSlides/notesSlide12.xml" Id="Rea9d3ac9537b439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3ae60747dc49ec" /><Relationship Type="http://schemas.openxmlformats.org/officeDocument/2006/relationships/notesSlide" Target="/ppt/notesSlides/notesSlide13.xml" Id="Rb840ae21fcb146a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f1b3c15274c94" /><Relationship Type="http://schemas.openxmlformats.org/officeDocument/2006/relationships/notesSlide" Target="/ppt/notesSlides/notesSlide14.xml" Id="R9d3a356011a2446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9ddcbeed3b413e" /><Relationship Type="http://schemas.openxmlformats.org/officeDocument/2006/relationships/notesSlide" Target="/ppt/notesSlides/notesSlide15.xml" Id="Rd74d8c8fc01b457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84de2c0ce408f" /><Relationship Type="http://schemas.openxmlformats.org/officeDocument/2006/relationships/notesSlide" Target="/ppt/notesSlides/notesSlide16.xml" Id="R0cfaea47090e4a0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7a295031b4a49" /><Relationship Type="http://schemas.openxmlformats.org/officeDocument/2006/relationships/notesSlide" Target="/ppt/notesSlides/notesSlide17.xml" Id="R5cd2da1e107a435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ad0d0c28974562" /><Relationship Type="http://schemas.openxmlformats.org/officeDocument/2006/relationships/notesSlide" Target="/ppt/notesSlides/notesSlide18.xml" Id="R69c1a395fb5f402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6613e5b0e48cd" /><Relationship Type="http://schemas.openxmlformats.org/officeDocument/2006/relationships/notesSlide" Target="/ppt/notesSlides/notesSlide19.xml" Id="R32bc2975036c42a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e0299390d4e50" /><Relationship Type="http://schemas.openxmlformats.org/officeDocument/2006/relationships/notesSlide" Target="/ppt/notesSlides/notesSlide20.xml" Id="R304467426cc2424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6bdc0780944527" /><Relationship Type="http://schemas.openxmlformats.org/officeDocument/2006/relationships/notesSlide" Target="/ppt/notesSlides/notesSlide21.xml" Id="Rb356bcb1522148d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b7c7a835e4559" /><Relationship Type="http://schemas.openxmlformats.org/officeDocument/2006/relationships/notesSlide" Target="/ppt/notesSlides/notesSlide22.xml" Id="R4a5c7b3fff7a412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042f9b10b4a37" /><Relationship Type="http://schemas.openxmlformats.org/officeDocument/2006/relationships/notesSlide" Target="/ppt/notesSlides/notesSlide23.xml" Id="Rb55f6d893acb43f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91a10ebf042cf" /><Relationship Type="http://schemas.openxmlformats.org/officeDocument/2006/relationships/notesSlide" Target="/ppt/notesSlides/notesSlide24.xml" Id="R11ad289725fa4b0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1f361f884d4872" /><Relationship Type="http://schemas.openxmlformats.org/officeDocument/2006/relationships/notesSlide" Target="/ppt/notesSlides/notesSlide25.xml" Id="R569bd9cd85a34eb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16a32ae584179" /><Relationship Type="http://schemas.openxmlformats.org/officeDocument/2006/relationships/notesSlide" Target="/ppt/notesSlides/notesSlide26.xml" Id="Rbb95299d44184a6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50353cf09406a" /><Relationship Type="http://schemas.openxmlformats.org/officeDocument/2006/relationships/notesSlide" Target="/ppt/notesSlides/notesSlide27.xml" Id="Rb055fa5ebdde452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8b9ac829646ac" /><Relationship Type="http://schemas.openxmlformats.org/officeDocument/2006/relationships/notesSlide" Target="/ppt/notesSlides/notesSlide28.xml" Id="R7b45e62c7f09492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4665e95404455a" /><Relationship Type="http://schemas.openxmlformats.org/officeDocument/2006/relationships/notesSlide" Target="/ppt/notesSlides/notesSlide29.xml" Id="R4d04e2ebda43489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1d024cf45d45cb" /><Relationship Type="http://schemas.openxmlformats.org/officeDocument/2006/relationships/notesSlide" Target="/ppt/notesSlides/notesSlide30.xml" Id="R1ca440f6d436422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0696e0bf1491a" /><Relationship Type="http://schemas.openxmlformats.org/officeDocument/2006/relationships/notesSlide" Target="/ppt/notesSlides/notesSlide31.xml" Id="R7e8ce5c7bbe2477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c0aa460c0a4eae" /><Relationship Type="http://schemas.openxmlformats.org/officeDocument/2006/relationships/notesSlide" Target="/ppt/notesSlides/notesSlide32.xml" Id="Rbe5bfc444101490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98cdb6b1145f0" /><Relationship Type="http://schemas.openxmlformats.org/officeDocument/2006/relationships/notesSlide" Target="/ppt/notesSlides/notesSlide33.xml" Id="R54173a3dc5854f0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fb8574ddd4f2c" /><Relationship Type="http://schemas.openxmlformats.org/officeDocument/2006/relationships/notesSlide" Target="/ppt/notesSlides/notesSlide34.xml" Id="R4d6594d05395435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870d8b53243c1" /><Relationship Type="http://schemas.openxmlformats.org/officeDocument/2006/relationships/notesSlide" Target="/ppt/notesSlides/notesSlide35.xml" Id="R6559a75d6b0d42a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82051b4884b64" /><Relationship Type="http://schemas.openxmlformats.org/officeDocument/2006/relationships/notesSlide" Target="/ppt/notesSlides/notesSlide36.xml" Id="R128b37e69837415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3d2dc9c62f4937" /><Relationship Type="http://schemas.openxmlformats.org/officeDocument/2006/relationships/notesSlide" Target="/ppt/notesSlides/notesSlide37.xml" Id="R76aa925043d840a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e66761cc143f1" /><Relationship Type="http://schemas.openxmlformats.org/officeDocument/2006/relationships/notesSlide" Target="/ppt/notesSlides/notesSlide38.xml" Id="R610a62e3f32941c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00a1990354890" /><Relationship Type="http://schemas.openxmlformats.org/officeDocument/2006/relationships/notesSlide" Target="/ppt/notesSlides/notesSlide39.xml" Id="R7612258f67d54db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d97245a9414500" /><Relationship Type="http://schemas.openxmlformats.org/officeDocument/2006/relationships/notesSlide" Target="/ppt/notesSlides/notesSlide40.xml" Id="R8d5babe1214a4b64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5d5ff4a08a4c3b" /><Relationship Type="http://schemas.openxmlformats.org/officeDocument/2006/relationships/notesSlide" Target="/ppt/notesSlides/notesSlide41.xml" Id="R33b8cda4eafd459b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3b510b88bc4cbf" /><Relationship Type="http://schemas.openxmlformats.org/officeDocument/2006/relationships/notesSlide" Target="/ppt/notesSlides/notesSlide42.xml" Id="R405cbd6748ed4849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9bdfaaf174890" /><Relationship Type="http://schemas.openxmlformats.org/officeDocument/2006/relationships/notesSlide" Target="/ppt/notesSlides/notesSlide43.xml" Id="R01d80a9ce15041b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0f570080a4edd" /><Relationship Type="http://schemas.openxmlformats.org/officeDocument/2006/relationships/notesSlide" Target="/ppt/notesSlides/notesSlide44.xml" Id="Rf37b14f4e989423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2267fb13b47c8" /><Relationship Type="http://schemas.openxmlformats.org/officeDocument/2006/relationships/notesSlide" Target="/ppt/notesSlides/notesSlide45.xml" Id="Ra2261a3fe688409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bfb13ebab4ce6" /><Relationship Type="http://schemas.openxmlformats.org/officeDocument/2006/relationships/notesSlide" Target="/ppt/notesSlides/notesSlide46.xml" Id="Rcdf976c613be45a0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25a8e7d9d3459e" /><Relationship Type="http://schemas.openxmlformats.org/officeDocument/2006/relationships/notesSlide" Target="/ppt/notesSlides/notesSlide47.xml" Id="R21d3ec9caf9e43f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7fad868f514222" /><Relationship Type="http://schemas.openxmlformats.org/officeDocument/2006/relationships/notesSlide" Target="/ppt/notesSlides/notesSlide48.xml" Id="R4767d4886b76413e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fe6c2031cb4e98" /><Relationship Type="http://schemas.openxmlformats.org/officeDocument/2006/relationships/notesSlide" Target="/ppt/notesSlides/notesSlide49.xml" Id="R5da25c213c7b4627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25aacb6b0442e" /><Relationship Type="http://schemas.openxmlformats.org/officeDocument/2006/relationships/notesSlide" Target="/ppt/notesSlides/notesSlide50.xml" Id="R06a24a7f0cb34b2c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cf8c9bba346de" /><Relationship Type="http://schemas.openxmlformats.org/officeDocument/2006/relationships/notesSlide" Target="/ppt/notesSlides/notesSlide51.xml" Id="Rbf87231e659e4a6a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43cc6c6614d89" /><Relationship Type="http://schemas.openxmlformats.org/officeDocument/2006/relationships/notesSlide" Target="/ppt/notesSlides/notesSlide52.xml" Id="Rb04e4f038f26474a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e4a6c65d04b15" /><Relationship Type="http://schemas.openxmlformats.org/officeDocument/2006/relationships/notesSlide" Target="/ppt/notesSlides/notesSlide53.xml" Id="Rd61f4dffbb6849dd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ede78a2b3c431c" /><Relationship Type="http://schemas.openxmlformats.org/officeDocument/2006/relationships/notesSlide" Target="/ppt/notesSlides/notesSlide54.xml" Id="Rdc519a5eab9346c1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958355fd645aa" /><Relationship Type="http://schemas.openxmlformats.org/officeDocument/2006/relationships/notesSlide" Target="/ppt/notesSlides/notesSlide55.xml" Id="R5ed714d6453946f0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6ca4b8b5f34415" /><Relationship Type="http://schemas.openxmlformats.org/officeDocument/2006/relationships/notesSlide" Target="/ppt/notesSlides/notesSlide56.xml" Id="R5218171dcb9c4fc2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e9eb4a9b040e2" /><Relationship Type="http://schemas.openxmlformats.org/officeDocument/2006/relationships/notesSlide" Target="/ppt/notesSlides/notesSlide57.xml" Id="R47da522cf2544d15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7d2a913eb44f35" /><Relationship Type="http://schemas.openxmlformats.org/officeDocument/2006/relationships/notesSlide" Target="/ppt/notesSlides/notesSlide58.xml" Id="R53ad4c5ea16e48c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93fd05beca47ec" /><Relationship Type="http://schemas.openxmlformats.org/officeDocument/2006/relationships/notesSlide" Target="/ppt/notesSlides/notesSlide59.xml" Id="Rb01cd53a40234c8c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a5252b5fd4f6e" /><Relationship Type="http://schemas.openxmlformats.org/officeDocument/2006/relationships/notesSlide" Target="/ppt/notesSlides/notesSlide60.xml" Id="R2c2bf479167d40f4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6676773904704" /><Relationship Type="http://schemas.openxmlformats.org/officeDocument/2006/relationships/notesSlide" Target="/ppt/notesSlides/notesSlide61.xml" Id="Rf18176a675574573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86c3a674db4dc9" /><Relationship Type="http://schemas.openxmlformats.org/officeDocument/2006/relationships/notesSlide" Target="/ppt/notesSlides/notesSlide62.xml" Id="Re09d8ee9a12e41b5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f365e58044faf" /><Relationship Type="http://schemas.openxmlformats.org/officeDocument/2006/relationships/notesSlide" Target="/ppt/notesSlides/notesSlide63.xml" Id="R39dcf0c22e4d4596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269e6aedc47c6" /><Relationship Type="http://schemas.openxmlformats.org/officeDocument/2006/relationships/notesSlide" Target="/ppt/notesSlides/notesSlide64.xml" Id="Rcec43e36755c4824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82c225cab44ec" /><Relationship Type="http://schemas.openxmlformats.org/officeDocument/2006/relationships/notesSlide" Target="/ppt/notesSlides/notesSlide65.xml" Id="R1607d1bc91d84a5e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93cb483fe455f" /><Relationship Type="http://schemas.openxmlformats.org/officeDocument/2006/relationships/notesSlide" Target="/ppt/notesSlides/notesSlide66.xml" Id="R8cad6f9723e6458d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41f6386f24c5d" /><Relationship Type="http://schemas.openxmlformats.org/officeDocument/2006/relationships/notesSlide" Target="/ppt/notesSlides/notesSlide67.xml" Id="R7295d36dd4d84650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903237ca3449e9" /><Relationship Type="http://schemas.openxmlformats.org/officeDocument/2006/relationships/notesSlide" Target="/ppt/notesSlides/notesSlide68.xml" Id="Rc190734ed28b449e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462547d804fc1" /><Relationship Type="http://schemas.openxmlformats.org/officeDocument/2006/relationships/notesSlide" Target="/ppt/notesSlides/notesSlide69.xml" Id="R11c5969c94704b72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1b69b2cf7462b" /><Relationship Type="http://schemas.openxmlformats.org/officeDocument/2006/relationships/notesSlide" Target="/ppt/notesSlides/notesSlide70.xml" Id="Rf6d107de237c41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26C6E0-4111-47DC-9B36-A5AFAE22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E22A0-158C-458D-80A0-AE74F1E7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6D6C2"/>
                </a:solidFill>
              </a:defRPr>
            </a:pPr>
            <a:r>
              <a:rPr sz="1200" b="1">
                <a:solidFill>
                  <a:srgbClr val="36D6C2"/>
                </a:solidFill>
              </a:rPr>
              <a:t>AI PRODUCT MANAGER</a:t>
            </a:r>
          </a:p>
        </p:txBody>
      </p:sp>
      <p:sp>
        <p:nvSpPr>
          <p:cNvPr id="3" name="deck-title">
            <a:extLst xmlns:a="http://schemas.openxmlformats.org/drawingml/2006/main">
              <a:ext uri="{FF2B5EF4-FFF2-40B4-BE49-F238E27FC236}">
                <a16:creationId xmlns:a16="http://schemas.microsoft.com/office/drawing/2014/main" id="{1ADE92DD-B5F1-4DCF-AAF7-C228D509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5F2E9"/>
                </a:solidFill>
              </a:defRPr>
            </a:pPr>
            <a:r>
              <a:rPr sz="4350" b="1">
                <a:solidFill>
                  <a:srgbClr val="F5F2E9"/>
                </a:solidFill>
              </a:rPr>
              <a:t>AI产品评测与数据反馈闭环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33E96F-75E8-4E20-B015-87735217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7B5BC"/>
                </a:solidFill>
              </a:defRPr>
            </a:pPr>
            <a:r>
              <a:rPr sz="1800" b="0">
                <a:solidFill>
                  <a:srgbClr val="A7B5BC"/>
                </a:solidFill>
              </a:rPr>
              <a:t>第09课｜从“Demo能跑”到“有依据地上线”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0EBEA-E8E1-47B5-BEBD-D0CDE0D0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610925-8D31-46E4-BDFC-DB5CEFB6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7B5BC"/>
                </a:solidFill>
              </a:defRPr>
            </a:pPr>
            <a:r>
              <a:rPr sz="1125" b="1">
                <a:solidFill>
                  <a:srgbClr val="A7B5BC"/>
                </a:solidFill>
              </a:rPr>
              <a:t>EVAL · BAD CASE · REGRESSION · DATA 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2DE09F-52FE-4DB2-9E2A-75BB65E9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2915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150" b="1">
                <a:solidFill>
                  <a:srgbClr val="26404A"/>
                </a:solidFill>
              </a:defRPr>
            </a:pPr>
            <a:r>
              <a:rPr sz="6150" b="1">
                <a:solidFill>
                  <a:srgbClr val="26404A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984901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DB1B2-C901-41A4-9E69-6E237806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E2BF57-0F48-4514-987F-314EC024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5F7E4B-E132-47B8-8844-C0CD1D4E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28BAF0-1B74-42D1-AC8F-B8B29CC3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1133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0A8C77-481E-432B-A2FF-2E0FBC6C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Demo跑通，为什么还不能上线？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FC58D4CB-E0D8-4956-A806-CB2D1C56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因为一次漂亮回答，无法代表真实用户、真实边界和真实版本。</a:t>
            </a:r>
          </a:p>
        </p:txBody>
      </p:sp>
    </p:spTree>
    <p:extLst>
      <p:ext uri="{BB962C8B-B14F-4D97-AF65-F5344CB8AC3E}">
        <p14:creationId xmlns:p14="http://schemas.microsoft.com/office/powerpoint/2010/main" val="13724281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E18D7A-FED6-4454-B13D-CA108E3D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803EDC-29F3-4421-8C89-5DB2C209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0F684D-C8B2-46EF-9C31-F25E0079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C1996-1506-4336-A850-FE66FE05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6699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C19D4F5-AAB2-4ABA-9A32-0BAD8723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一次正确，只能证明这一次正确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18A524-2FCF-443D-AE3F-E30B0F00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10E121-8C5E-4B05-8FF8-241E97CE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从单点演示，转向成组评测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323E86-8009-4694-81F4-AA0543B6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AI输出具有概率性；产品要验证的是一组场景下的稳定表现。</a:t>
            </a:r>
          </a:p>
        </p:txBody>
      </p:sp>
    </p:spTree>
    <p:extLst>
      <p:ext uri="{BB962C8B-B14F-4D97-AF65-F5344CB8AC3E}">
        <p14:creationId xmlns:p14="http://schemas.microsoft.com/office/powerpoint/2010/main" val="2304009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7FA2EF-1DAF-4748-9069-3137D82E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FF4C4-3622-4D30-97E5-01BFE677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E7EF1-02DE-40E0-9D14-97BC07E1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0E8E4-E862-4AAF-B969-59090C47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2266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221E3F-27C8-44CD-B4A1-B9E43E56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AI产品评测的是完整版本组合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A61EF80D-5F7B-4A54-A325-2BA5480B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任何一层变化，都可能改变最终输出。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D7E543-A38F-40D3-B547-21449894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700860-5581-45C7-B23A-79447CFC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B35DC9-F773-4A84-9EA5-79B1BE81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1FFE71-DA7D-4189-A018-F723FF9A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模型版本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44C049-83C7-43E7-8732-9DDF804E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C42922-E7C7-44D7-A021-F564D678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49A183-EEDE-46BE-88FA-5FEA87F0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C3E49-1EFC-4233-BCA2-46B93062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System Prompt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FDACC9-9E3B-47EA-BCAB-EF935918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A6B2C0-83B8-4923-BB3F-D5B2E466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626128-4597-42F4-8F2B-3ABC3416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4DB0F0-3835-4DF7-AFEB-0CCB52D6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知识库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95C2B0-F1B1-4207-B16D-341F4A3F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DC19A3-EB34-4FAC-82FF-271E03CB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C31331-C66A-4D89-BD79-2D0B0ADA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250A0F-D5EF-4979-8D83-8CA17905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工作流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1E44CC-55C9-466D-B009-A4107032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A1115E-8BF3-41B2-A09F-C92FBACE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A4ABFE-F646-478B-A43C-E692A9E3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工具/API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6708E9-AD32-41B4-B79A-71518F96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评测结论必须绑定版本，而不是只写“模型效果不错”。</a:t>
            </a:r>
          </a:p>
        </p:txBody>
      </p:sp>
    </p:spTree>
    <p:extLst>
      <p:ext uri="{BB962C8B-B14F-4D97-AF65-F5344CB8AC3E}">
        <p14:creationId xmlns:p14="http://schemas.microsoft.com/office/powerpoint/2010/main" val="4311765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39FA2C-40FB-458E-A396-68CFDBA0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0CCF40-232D-47AA-B9A2-E57E00E4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478F54-D665-4F88-8840-537610C4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D1FCA-A271-47D2-B572-FFCA637E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7832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C2275F5-A4A3-4878-B84C-C026CF92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三个层次，回答三个不同问题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D99F9-9513-48C8-9197-C6EF2ED7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C88BB-3804-4FBD-B90C-A19AD5D5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C7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6C7D2D-7E8A-4603-8AF5-B83117D2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D6C2"/>
                </a:solidFill>
              </a:defRPr>
            </a:pPr>
            <a:r>
              <a:rPr sz="2025" b="1">
                <a:solidFill>
                  <a:srgbClr val="36D6C2"/>
                </a:solidFill>
              </a:rPr>
              <a:t>功能验收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24B828-8760-4E13-8252-5CED8171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0C75E"/>
                </a:solidFill>
              </a:defRPr>
            </a:pPr>
            <a:r>
              <a:rPr sz="2025" b="1">
                <a:solidFill>
                  <a:srgbClr val="F0C75E"/>
                </a:solidFill>
              </a:rPr>
              <a:t>离线评测 × 线上监控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1BD63-AADC-4799-8F6B-FD7B442E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流程能不能走通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DDB435-ECBA-4603-9000-C394C2FA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接口与权限是否正常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DAA6B1-7F32-4A2B-9983-0230A6F2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固定样本上效果如何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A6FB4C-7D8A-4C4B-B69E-1A969A71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真实流量中是否持续稳定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C8F29A-6C23-493E-B15D-98E5D360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9595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6D6C2"/>
                </a:solidFill>
              </a:defRPr>
            </a:pPr>
            <a:r>
              <a:rPr sz="1500" b="1">
                <a:solidFill>
                  <a:srgbClr val="36D6C2"/>
                </a:solidFill>
              </a:rPr>
              <a:t>上线前测得准，上线后看得住</a:t>
            </a:r>
          </a:p>
        </p:txBody>
      </p:sp>
    </p:spTree>
    <p:extLst>
      <p:ext uri="{BB962C8B-B14F-4D97-AF65-F5344CB8AC3E}">
        <p14:creationId xmlns:p14="http://schemas.microsoft.com/office/powerpoint/2010/main" val="3565716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43A718-78CD-4B44-9CBB-3950908C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C4904-D87C-4404-874F-584CA36B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CEFFFC-9AA4-4DFD-9A6F-135760CA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B75757-814A-4BD8-872F-347CF10F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3399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9383A4A-364D-4E3C-8862-84784EB9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今天沿着一条产品闭环推进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83881C-F6EA-48A8-B32C-05411C1D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0CDD04-05FA-409A-A962-64CD384C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2A5119-B24E-4670-84B2-A575F6CA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2048EC-661E-4CEC-BF0D-78A5ECC8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风险动机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5757D0-1A1E-4F52-8145-329DB1F0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898E5-C48F-443A-BA54-3095BCF8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1FA658-0342-4E51-8796-42A2F199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3C2668-0CFD-432E-9FA4-B4B7F43C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Eval体系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26B57-27BA-4A3B-A97B-F6C52DB3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B5BC35-93A1-4800-92D0-318110AA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AE16C8-A554-4A94-AAD1-EC10C70A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46EB62-734C-40CF-B0B8-5E37B85B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Bad Case与回归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E75C04-D796-48FD-AAB8-33369328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96093C-3DA6-4F97-ABF2-D4E34AAC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D0ABAB-752B-4B94-A81D-24BD478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数据反馈闭环</a:t>
            </a:r>
          </a:p>
        </p:txBody>
      </p:sp>
    </p:spTree>
    <p:extLst>
      <p:ext uri="{BB962C8B-B14F-4D97-AF65-F5344CB8AC3E}">
        <p14:creationId xmlns:p14="http://schemas.microsoft.com/office/powerpoint/2010/main" val="10838201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D11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E5684A-3851-4FA9-ABAA-FC460667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EFA4F6-3F6E-4F39-8EE1-14880081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7A887-C920-4D46-A1A0-D0DE5B88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EB3137-5A3E-4EAE-9A76-E2C52FD1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39701C3-27A7-4034-B910-F8C11451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幻觉不是“偶尔说错”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6BE62A-FEDF-401C-9A86-56086E22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37E451-9034-482F-8B10-36731033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7657"/>
                </a:solidFill>
              </a:defRPr>
            </a:pPr>
            <a:r>
              <a:rPr sz="2400" b="1">
                <a:solidFill>
                  <a:srgbClr val="FF7657"/>
                </a:solidFill>
              </a:rPr>
              <a:t>可接受的产品，不等于永不出错；而是错误可发现、可拦截、可追踪。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DD98DF-481E-4A84-89B4-66BBB739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当答案进入客服、营销、医疗、金融或企业流程，错误会变成业务不可控。</a:t>
            </a:r>
          </a:p>
        </p:txBody>
      </p:sp>
    </p:spTree>
    <p:extLst>
      <p:ext uri="{BB962C8B-B14F-4D97-AF65-F5344CB8AC3E}">
        <p14:creationId xmlns:p14="http://schemas.microsoft.com/office/powerpoint/2010/main" val="8085913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E91A35-F974-472D-96F3-C619DC9F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B68E63-69B6-4ED9-8885-EB70D506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CDA216-F329-480F-8FF0-8C6F518B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EF4A7-451E-4D81-A88E-5EE3DB35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24532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7BE57C-4EB1-414E-B314-0D4FC0E3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一次错误，也可能成为一次事故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1DE3D5C4-5F5D-4802-90F1-83697EC2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错误的严重度，不由“错误率”单独决定。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7C044-6B4C-46FE-B29A-0C5EA233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755185-C0D3-489A-BA9A-3A746A52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2E9"/>
                </a:solidFill>
              </a:defRPr>
            </a:pPr>
            <a:r>
              <a:rPr sz="1800" b="1">
                <a:solidFill>
                  <a:srgbClr val="F5F2E9"/>
                </a:solidFill>
              </a:rPr>
              <a:t>高频问题答错：持续侵蚀信任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40CE64-8576-4CBC-A3A9-174EA074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FF7B43-6CEB-45F7-9340-078849C0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低频高风险问题答错：直接触发合规或资金损失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1981CF-62CC-4C63-8F67-E0C2C07C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6F73B1-E7F4-4A80-8A27-D5D5CBD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语气看似确定：让用户更难识别风险</a:t>
            </a:r>
          </a:p>
        </p:txBody>
      </p:sp>
    </p:spTree>
    <p:extLst>
      <p:ext uri="{BB962C8B-B14F-4D97-AF65-F5344CB8AC3E}">
        <p14:creationId xmlns:p14="http://schemas.microsoft.com/office/powerpoint/2010/main" val="9129591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7DF662-4E8D-455A-80EB-E056D7D5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085574-ACBB-4800-9E50-7686319B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4957E8-16D5-40C2-9BF3-39BD6B6C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25AD3-C001-43C8-8A68-CECA4BB1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40099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D58C42-0294-4733-9BEA-9E6ED9A6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三类典型幻觉，分别怎么错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C14712-196D-4134-B55A-9AE834A9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61D12-E858-420C-9C02-B2054372A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D21E2A-7E96-4730-8DC1-3C8C0B4C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事实幻觉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81D5D-A9DF-44A7-9FEA-CF0F4E692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编造不存在的政策、价格、数据或出处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19276-A4DA-44D1-9702-993C30A0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C6634-AB78-40CE-BA95-CBDE9C6D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57C483-8337-4EFC-B9B3-B31CCC6E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指令幻觉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3DA176-E3AC-43E2-9CCB-DF7A5930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没有遵守限制条件，擅自承诺或执行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9AB2AB-CAB2-4F9F-9A05-78FFC508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69EEA8-1DAA-4101-98B1-3C712BDB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FEFEE0-B56F-4100-8983-16AB50AC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上下文幻觉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6B6EAE-5F39-4D85-9A81-2F32AE5D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忽略当前会话、用户身份或前置条件</a:t>
            </a:r>
          </a:p>
        </p:txBody>
      </p:sp>
    </p:spTree>
    <p:extLst>
      <p:ext uri="{BB962C8B-B14F-4D97-AF65-F5344CB8AC3E}">
        <p14:creationId xmlns:p14="http://schemas.microsoft.com/office/powerpoint/2010/main" val="9736257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D11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7C6EFF-F994-4480-8622-2DFE5A2D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BCA988-8793-4857-8B86-17C2A7B9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1FB2E5-07FD-48C3-83FF-E17302E2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E7A021-7C0D-4486-8615-B9CB10F02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55665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66B484-5523-4CF4-8105-C6C312AE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商业产品最怕的，是不知道何时会错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304547-E13D-4DB2-BBA3-F3EBB4D7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2A8733-DB06-477B-A15C-672D3A9B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7657"/>
                </a:solidFill>
              </a:defRPr>
            </a:pPr>
            <a:r>
              <a:rPr sz="2400" b="1">
                <a:solidFill>
                  <a:srgbClr val="FF7657"/>
                </a:solidFill>
              </a:rPr>
              <a:t>评测的价值：把“感觉不稳定”变成可讨论的证据。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361DC-A2EC-4C35-A43E-1371CF7C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如果错误不可预测、不可观测、不可复现，团队就无法决定是否上线。</a:t>
            </a:r>
          </a:p>
        </p:txBody>
      </p:sp>
    </p:spTree>
    <p:extLst>
      <p:ext uri="{BB962C8B-B14F-4D97-AF65-F5344CB8AC3E}">
        <p14:creationId xmlns:p14="http://schemas.microsoft.com/office/powerpoint/2010/main" val="17630768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73D018-B8DE-4EA7-80BF-601511A1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A568F0-4295-4070-AC4A-B4ECA14A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35168C-689E-4860-AEE5-2D6446F8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039509-C0B1-44D8-844C-0CFE8A8F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71232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AB9EF8-A036-4314-B977-CB3BE9AB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五道防线：让风险逐层收敛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B1D043-E14A-47E9-98DB-08BBBD39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8210A0-43C2-4407-9BA5-A015E980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755742-B67A-4674-9F15-691EAF59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0751A5-B2C1-40FC-98F1-FE57941B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数据与知识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965CD0-93EE-4040-928A-D0DDB6F3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68D5F-EFAA-4EA5-96F4-3182012F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19727-6FBF-4CD3-98F9-D8B3BF41E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538093-A464-4272-A764-CC3454A2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Prompt与规则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2B9E5E-4963-4D90-A815-B37AE82F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0A565-62A7-45DD-BB08-150FED59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3706C4-A782-4DBE-ACC8-BAB0DE16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3208A6-99AE-4FD8-B332-DC3D37AE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模型与工具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85640-7DF9-498C-96D8-6CAE0A81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2DB1E7-32F2-401A-A342-31875598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7927DA-C544-4C1D-AA49-A8467A4B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FE978E-AB8F-4362-86C9-D5B6CD7B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输出校验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4F81AB-07D3-445D-97FD-FC930794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440421-5158-45AA-81B7-F39DA597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8C28A5-9B12-4653-87CF-3BA66605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人工兜底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DC94F5-F90D-4958-9413-2CF6CB1D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本课聚焦：如何用评测判断这些防线是否真的有效。</a:t>
            </a:r>
          </a:p>
        </p:txBody>
      </p:sp>
    </p:spTree>
    <p:extLst>
      <p:ext uri="{BB962C8B-B14F-4D97-AF65-F5344CB8AC3E}">
        <p14:creationId xmlns:p14="http://schemas.microsoft.com/office/powerpoint/2010/main" val="628200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F72934-2281-492E-84FF-EF02B64F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C2A60-179D-4EDE-9DD2-A037002E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F9A2A6-53BC-47FF-8869-0BE69C35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343536-66C6-4470-BA64-2E1498C6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86798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8D82BA-4B12-4DAD-864E-8498CF3D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客服场景，先列风险再设计用例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1CB2B3-6E5E-4F18-BBD8-46F4EA75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F87CF2-CA70-4838-BC74-156CDDC5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虚构退款、促销或物流政策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7B47EC-328D-4FD2-95BD-E5B76D4E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25B3ED-B851-4018-B345-F3B086B6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19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未核验身份就泄露订单信息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B10FA7-03E5-4FA9-B87D-AED71173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81FC67-76E1-4F84-9709-15822EBC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052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越权承诺赔付或到账时间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13F3D5-EA4F-4B89-B10E-7052D932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526F32-BCE9-4DA5-ABCF-C75EB9F2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910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情绪激化、攻击性或歧视性表达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883B38-9D17-4EDF-A2D4-CC94F153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0D6682-509B-433A-BDFE-1625D7CF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没有答案时仍强行作答</a:t>
            </a:r>
          </a:p>
        </p:txBody>
      </p:sp>
    </p:spTree>
    <p:extLst>
      <p:ext uri="{BB962C8B-B14F-4D97-AF65-F5344CB8AC3E}">
        <p14:creationId xmlns:p14="http://schemas.microsoft.com/office/powerpoint/2010/main" val="9725400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713CD-E294-4DE2-A26B-F571B08E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F18E6B-D5FE-4530-B563-02AA95FD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414FD3-1207-4DB4-8A29-BFACB91A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89449-471A-4844-9566-C6F8ABBA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02365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35FCDE8-C563-4E9F-9659-8F50888C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三个常见误区，会让评测失真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A4157-8D3F-49EF-A624-EDF10303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028A7D-9A9A-4ACE-9E09-DA9307A3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18FAB-4D8B-47F1-85FA-B729707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只测正常问题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4FE879-899D-460A-A337-21FAA6A9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边界、异常和高风险样本被遗漏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B63580-1DEA-4328-93C4-68AB2CE6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062E42-A75F-4514-B358-219B0989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C4E8F9-0CE0-4D95-963A-383306D9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只看平均分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1197F9-5D5E-4F3E-A6E7-6D3FD2D3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严重错误被大量普通样本稀释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F517FF-68C5-464A-AEB2-C14B0EF1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3F1508-1FA2-4C3D-AF60-EC4E8516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CE3CBF-8D1A-4408-B599-A10A2261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改完只测原题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A6EC6-86D3-4D39-8B7A-21E7163C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修复一个问题，却可能伤到其他能力</a:t>
            </a:r>
          </a:p>
        </p:txBody>
      </p:sp>
    </p:spTree>
    <p:extLst>
      <p:ext uri="{BB962C8B-B14F-4D97-AF65-F5344CB8AC3E}">
        <p14:creationId xmlns:p14="http://schemas.microsoft.com/office/powerpoint/2010/main" val="2130504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0E54E1-DF2D-4896-B92B-6140C6E0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50A370-55EA-4F02-B1CF-E95A2DB1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5EA472-476F-4448-B1CB-F7834300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2D2F74-408C-4484-B3F9-13B3D8C0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17932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C1A2829-4BC0-4E67-B72F-5557478B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不能保证永不犯错，就要让错误可测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8E5D1-7A8C-4820-83F4-5CACBF97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19588-CECE-4D0D-81F0-8DFC390E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从“主观体验”进入“Eval体系”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444EEA-20CD-42E6-B59C-C3AF5A7C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接下来把风险变成样本、指标、门槛和回归机制。</a:t>
            </a:r>
          </a:p>
        </p:txBody>
      </p:sp>
    </p:spTree>
    <p:extLst>
      <p:ext uri="{BB962C8B-B14F-4D97-AF65-F5344CB8AC3E}">
        <p14:creationId xmlns:p14="http://schemas.microsoft.com/office/powerpoint/2010/main" val="197299980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DF5234-C378-4ED3-9277-BF52987C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B3CD8B-BC8D-4D21-AD19-57F1BF6F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228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150" b="1">
                <a:solidFill>
                  <a:srgbClr val="36D6C2"/>
                </a:solidFill>
              </a:defRPr>
            </a:pPr>
            <a:r>
              <a:rPr sz="91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BA8976-67B9-4F8B-9D0B-54D9DF9C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95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6CC2D1-D99A-46FC-8F0C-167E2891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构建AI产品 Eval 体系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C541EB-AC93-4745-AC48-9307952C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3387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7B5BC"/>
                </a:solidFill>
              </a:defRPr>
            </a:pPr>
            <a:r>
              <a:rPr sz="1800" b="0">
                <a:solidFill>
                  <a:srgbClr val="A7B5BC"/>
                </a:solidFill>
              </a:rPr>
              <a:t>固定题、统一判卷、重复运行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06BDD1-82F8-45B8-AA22-4EACE5AB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EE52FC-BD0A-46B0-AB80-39BC6194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D4B8FB-EDF3-4173-BFBF-920C0F36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E61386-DF07-4A7F-84D1-7BF7E8FD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33498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3367148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B99D22-5ED2-4B64-B02C-3C8F62C1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E7C376-47B6-4172-8192-2DCC1383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2F99EC-0640-4E99-B247-B404FE46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4826FF-A82A-4F19-AC9C-F46B8EE3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49065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5C1555-29A3-4003-B459-88CB1773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AI测试与传统测试，差异在“答案空间”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E2EFC2-8724-4DDF-A403-594C194F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51943-B8F0-400B-9CC8-1AF2BE13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C7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3C4A29-4BB7-4ED3-AA75-35AF16C0E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D6C2"/>
                </a:solidFill>
              </a:defRPr>
            </a:pPr>
            <a:r>
              <a:rPr sz="2025" b="1">
                <a:solidFill>
                  <a:srgbClr val="36D6C2"/>
                </a:solidFill>
              </a:rPr>
              <a:t>传统软件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67C8D-6774-4880-AF5B-1C8675BF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0C75E"/>
                </a:solidFill>
              </a:defRPr>
            </a:pPr>
            <a:r>
              <a:rPr sz="2025" b="1">
                <a:solidFill>
                  <a:srgbClr val="F0C75E"/>
                </a:solidFill>
              </a:rPr>
              <a:t>AI产品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523D6D-2723-4A5B-9C16-95EE0A7F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输入—输出相对确定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5B2AEA-DFB4-41E8-A725-693DA422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Pass / Fail 边界清晰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0D990-A875-48A9-B562-75A1128C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相同版本容易复现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48702-8CD3-474F-B85E-0D371B0D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同一输入可能多种合理答案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FABDBA-3C50-43BC-ADF5-DEA34229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质量标准包含主观判断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4B0795-54C8-4F5D-A247-53AC97B1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模型与上下文让结果波动</a:t>
            </a:r>
          </a:p>
        </p:txBody>
      </p:sp>
    </p:spTree>
    <p:extLst>
      <p:ext uri="{BB962C8B-B14F-4D97-AF65-F5344CB8AC3E}">
        <p14:creationId xmlns:p14="http://schemas.microsoft.com/office/powerpoint/2010/main" val="140990326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9AAC43-9694-4100-9FCB-2B994D71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4FEBB1-A902-4B21-B290-503F6FAF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019492-4C9F-401C-AC71-6E77D4E8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46C86D-674B-4CC6-9201-DECA81CD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64631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2787F4-D2A7-4357-8ADD-312F755A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AI测试有四个核心难点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EEF66-2FA0-46B0-8394-31953833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C32C85-CBF4-4ACF-99C7-AE813059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D208A-7CDB-4243-BC03-C267B535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输出不确定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C7ED0F-B8E8-4EB3-B2E3-F27B18B78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0742AF-73AE-44D5-8D17-DEAD2C98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51117-1C47-4602-8A89-016A4C54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标准不唯一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D2DB8B-0E7A-4A79-9701-3DE527A5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431011-3F15-4BB1-A229-7610252E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A9F4D8-1E93-48DB-8FB5-4537EB35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覆盖成本高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9A53FA-A3A9-4675-8FE4-D835664F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72447-E5BE-47F4-9717-0BAE8BED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7187B2-4C07-4844-B365-6DF6577D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版本变化快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3932C6-F1A1-42EA-AF33-2B589882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解决方案不是找一个万能指标，而是建立组合评测系统。</a:t>
            </a:r>
          </a:p>
        </p:txBody>
      </p:sp>
    </p:spTree>
    <p:extLst>
      <p:ext uri="{BB962C8B-B14F-4D97-AF65-F5344CB8AC3E}">
        <p14:creationId xmlns:p14="http://schemas.microsoft.com/office/powerpoint/2010/main" val="176481072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717A68-6806-4ECA-992F-87F4EB8A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3425FC-B46C-4E3E-B249-966E53A7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98C255-47FF-446E-90EA-3D788D8D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01D23A-957D-4C40-BD65-4A8AA121A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80198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E73484-E265-4275-8B96-1989FAD0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完整测试地图：六个观察视角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658D8D-CDC3-4C64-8862-F8B730BE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46A94E-1636-4EE5-B602-44FBCF5F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D8080-BA64-4DD0-A312-99F4786F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功能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D23EC-34D6-4094-BB53-7CFAA245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AE6E39-3E59-4A94-AD10-FDD3AAE5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18DB8-B928-4B1A-8784-10BB0438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AI任务效果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F4F9FA-1EAD-4717-80F0-C51ECCD9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F429B9-4C27-4E95-8DBB-02C067E8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7BD400-39E8-488B-A90F-6F7D772A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可用性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CD4FC9-BE61-4C26-8CF0-5FAFF10C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56AC33-10C5-4F53-A7BF-374316FB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3E99B1-FC1F-4C6A-B89E-EBAD02F7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非功能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F010A5-2D01-4A84-956F-AFADBDCB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5CF8F8-4E02-49D1-A9E2-47DEC750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38150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451376-98CB-4090-9C5C-94F233D4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60057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鲁棒性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68B471-8648-4A4A-875C-6B00DA37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6FA4B1-3D0D-42B7-B096-74698500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438150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8B686F-68FC-4BE5-A14A-CEB87F4E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460057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安全与伦理</a:t>
            </a:r>
          </a:p>
        </p:txBody>
      </p:sp>
    </p:spTree>
    <p:extLst>
      <p:ext uri="{BB962C8B-B14F-4D97-AF65-F5344CB8AC3E}">
        <p14:creationId xmlns:p14="http://schemas.microsoft.com/office/powerpoint/2010/main" val="150880736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3E5247-2665-45A5-AAEC-6478FC83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B9524-5BE0-4385-9FE8-76DB1814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67377E-50C1-4311-A924-8B6D5BD8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E92692-E8BC-4CAF-915A-3D2ABC2A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95764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89E8F5-EF53-476B-8371-E74A2957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本课聚焦两件事：功能与AI任务效果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65524A-0B50-4FBF-A6B8-FA5B4256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74D71A-FBF9-4FCD-B4EC-F7E0D4D4F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其他测试类型最后统一速览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2A26A7-8307-4B55-8C1A-5E41F6A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先确保流程可用，再判断回答是否正确、相关、完整、安全、符合风格。</a:t>
            </a:r>
          </a:p>
        </p:txBody>
      </p:sp>
    </p:spTree>
    <p:extLst>
      <p:ext uri="{BB962C8B-B14F-4D97-AF65-F5344CB8AC3E}">
        <p14:creationId xmlns:p14="http://schemas.microsoft.com/office/powerpoint/2010/main" val="168410308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9AB941-CE26-494E-908C-484CE341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8E098B-4845-4659-AF41-5ADBCCBA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C35F2F-9147-4637-8191-56CF4405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107907-16F8-43A2-B695-3F62A3C4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11331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3593B2-F3C8-4B4D-BDB6-AA20A965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三种执行方式，覆盖不同成本与规模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F5963-7AD1-40BF-B849-75E02227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020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3BA55-5D24-4F97-9B3B-10DC315E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49250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798A3-0FC3-4BC8-B67A-55EFF0A2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D78D32-E254-480E-A2E1-ABB6AB9A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326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用户场景模拟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76E2BF-8D8C-4097-9D11-9218C6CE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2DF9C-1256-4314-A9DA-14260D7B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750" y="2857500"/>
            <a:ext cx="349250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526F19-7D85-4555-8B84-2E4B0E5E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10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1F7ADE-AE25-4FD5-8AF2-AC6E777A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362325"/>
            <a:ext cx="326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人工抽测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8BF71C-B4CC-42B3-9AFF-F53549CD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857500"/>
            <a:ext cx="349250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16FABB-BF36-474C-8060-468A6834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70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6D4157-4513-4015-9C5D-EA64CBB6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3362325"/>
            <a:ext cx="326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自动化脚本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FA4A52-A591-4F54-A87E-A5EC8F99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小规模靠人工理解，大规模靠自动化复现；两者必须互相校准。</a:t>
            </a:r>
          </a:p>
        </p:txBody>
      </p:sp>
    </p:spTree>
    <p:extLst>
      <p:ext uri="{BB962C8B-B14F-4D97-AF65-F5344CB8AC3E}">
        <p14:creationId xmlns:p14="http://schemas.microsoft.com/office/powerpoint/2010/main" val="63789573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8E2583-72BA-4756-9D51-30548086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5CA464-5257-48E2-AEAC-9B124797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EA72CD-A7B7-4018-87E0-1FDC87AF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ED7515-2033-49C5-A386-0AD3E498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26898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F493E8-FA4F-41D6-BF3A-005CCF9D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评测最难的，不是“跑题”，而是“判题”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AD14E2-3DF3-444F-B2E7-A3B7BF42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A77A35-6299-4159-9726-AB5721CD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5CADC7-0603-49A0-9DB7-D2E15B4D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非确定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D7F52A-ECDE-4D33-896D-918E8D07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同一题多次结果不完全相同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F3975B-8A26-4116-916A-911D3075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F93B6A-717B-4573-9224-7C9C1A9A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98524F-79C7-4410-8B34-D66F733C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主观标准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2DA33C-6593-4342-ACB4-344BA4F9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正确之外，还有语气、风格和完整性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3D24DE-BB5C-425C-A92E-0E88A6AC4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F0F398-7B64-41BC-9759-EF813976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8A7F7B-D7DD-4025-8F35-2F466100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规模覆盖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DB37CE-522E-4308-8084-DDA44CFB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真实用户表达远多于测试人员能穷举的范围</a:t>
            </a:r>
          </a:p>
        </p:txBody>
      </p:sp>
    </p:spTree>
    <p:extLst>
      <p:ext uri="{BB962C8B-B14F-4D97-AF65-F5344CB8AC3E}">
        <p14:creationId xmlns:p14="http://schemas.microsoft.com/office/powerpoint/2010/main" val="157147091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36A6E6-494B-4A8B-B239-3201E415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643677-74E0-49FD-BC04-727BCFB8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8343B-646C-48BF-8DFF-F31A8389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67BBC-272B-4673-93B6-702B4C0F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42464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0204D6-456F-4D36-B766-3FE679D3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量化不是为了制造一个漂亮分数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36B312-8B8F-4B25-8748-BB55864D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17990B-E4C4-4718-B63C-874968B4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没有统一尺子，就没有可靠回归。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CBB455-8B23-41D1-B2D9-632698EB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量化的作用，是让版本可比较、问题可定位、上线门槛可执行。</a:t>
            </a:r>
          </a:p>
        </p:txBody>
      </p:sp>
    </p:spTree>
    <p:extLst>
      <p:ext uri="{BB962C8B-B14F-4D97-AF65-F5344CB8AC3E}">
        <p14:creationId xmlns:p14="http://schemas.microsoft.com/office/powerpoint/2010/main" val="204396570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F43F14-B135-4583-8C55-69D64E86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12ABD6-EEC6-4605-A93B-6146D603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C13037-FB26-4784-806C-3948C237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3C50AE-49E4-4D19-8CC3-13124CF6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58031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D8749D-A015-4425-8F69-E30B7C59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先冻结评测对象，再讨论结果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5899F7-5E42-41FD-A954-21D89EE1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2DCB3-D50C-4A06-80F7-E943B886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7CA215-9175-445F-9CD3-CAC21060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735AC-14F4-4D86-95C9-A6DE4ACC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记录版本组合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9B3741-CF2F-4C2B-B3F9-22F336B4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405E4D-63A6-44FE-A5F0-518885D9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0B6989-257A-40C3-8134-EAA06FBF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E4FEA0-AAF8-4E28-92DD-875E2175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锁定评测集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9E890D-988D-4030-82A0-DD1ADB55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A950B4-13C0-4C89-903E-CF404125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14B598-501E-4981-8026-F3D4BE7F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C24D3F-0065-483E-ADCD-B194E756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统一评分规则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58BDA2-0637-4DF9-9E1F-0BDE38CC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298BA2-661F-4B21-B0EF-F46EB5B3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C88D2B-FF87-4698-9735-78208A78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20154B-62E7-43D6-AD19-1B8F30D7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重复运行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22E3E7-F75E-43DB-A486-1992129C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3FCE06-5F1B-4618-8DF0-EAD31396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7F3C92-3E49-4DF5-93A0-D79A4590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比较差异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62872E-715B-47F7-841E-E806059D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每次报告都要能回答：测的是哪个版本？用的哪套题？谁来判？</a:t>
            </a:r>
          </a:p>
        </p:txBody>
      </p:sp>
    </p:spTree>
    <p:extLst>
      <p:ext uri="{BB962C8B-B14F-4D97-AF65-F5344CB8AC3E}">
        <p14:creationId xmlns:p14="http://schemas.microsoft.com/office/powerpoint/2010/main" val="155144395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C2D080-8E9C-4E0E-9DAB-478A34AC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337603-0B0B-400C-A72D-619543E3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8CE71F-33F4-4F46-9449-6D0EC5EA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5496C-9E5D-4A94-AC64-9DA650DE5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73597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1978A9-F9D8-47A5-B266-7881A5CE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评测集从四个入口持续生长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9C8BE8-68B0-4646-AFB9-3C026DFC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74F9F1-F9BF-4EFD-91D0-B1562C41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真实用户问题：最接近线上分布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931DC3-6FD8-42FF-94CC-33B9A135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C036C-A86C-45EC-A7FC-60A0DA30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历史 Bad Case：最值得回归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0D7783-E7DF-426F-9505-A6ABD85B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EE988-C5B2-4C56-BC83-005A1EB4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业务规则与红线：最不能犯错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C932F6-7D12-4BE3-A08E-DC3A9CB5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316BAE-A1D3-4373-9DE5-3B00416C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624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AI扩写变体：提高表达覆盖</a:t>
            </a:r>
          </a:p>
        </p:txBody>
      </p:sp>
    </p:spTree>
    <p:extLst>
      <p:ext uri="{BB962C8B-B14F-4D97-AF65-F5344CB8AC3E}">
        <p14:creationId xmlns:p14="http://schemas.microsoft.com/office/powerpoint/2010/main" val="207740153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C3BD66-B33D-4C01-8153-1203F9FB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DC5182-A0C2-4DE0-BBAC-F952F1F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1EBAA-F8C6-43E6-ABF7-AF59731F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5DC034-04AC-446F-9837-6BCDC6BC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89164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560F705-1954-4BDB-859B-FC9082B6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一套有用的题库，至少覆盖五类样本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E39EA-689D-4ACC-919B-676E2DF9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BE90FB-DE32-4C0E-A19F-4CF0DAFD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04FAB8-6F98-4796-86E7-6D522B08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典型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8C76A5-018C-48AD-BD21-A690C782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447E69-711A-41FB-A71D-B7A5C480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D23699-635D-4E97-A57B-D043E97A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B4BE91-146D-4B5A-8EC6-D97C3053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CF820F-E1A2-4114-A934-D435641B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6D8481-BBEB-4274-92E2-C07C9C72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异常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994485-D00C-4FAA-8205-DC650C53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C65361-520B-47AC-9ABA-086F68DA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7D9C89-D45A-4C3C-986F-394D7AB3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无答案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0AC989-DEF4-4D75-BF12-88DB1C8F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B41810-55DB-4457-9B60-2F1837E4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CCA1AF-0892-4761-A686-EF4A6B0E3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高风险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2E45DE-FB1A-4198-86F8-3CD5454E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比例不必平均；应按业务频率与风险加权。</a:t>
            </a:r>
          </a:p>
        </p:txBody>
      </p:sp>
    </p:spTree>
    <p:extLst>
      <p:ext uri="{BB962C8B-B14F-4D97-AF65-F5344CB8AC3E}">
        <p14:creationId xmlns:p14="http://schemas.microsoft.com/office/powerpoint/2010/main" val="93400246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377789-676F-45DD-8B78-B8AAC02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3A04C4-5A8E-48E0-8C82-BF817BBF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185458-2855-4913-ADD8-969C5640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4AE897-1D6C-4F2F-974C-48EF86B3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04730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3CF0245-1752-4053-85AE-B1B387BF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每条评测用例，建议保留八个字段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ED5413-F3FF-4236-A310-A688442D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4CC0F2-886B-4414-802C-C67D62EE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5267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31016"/>
                </a:solidFill>
              </a:defRPr>
            </a:pPr>
            <a:r>
              <a:rPr sz="1500" b="1">
                <a:solidFill>
                  <a:srgbClr val="031016"/>
                </a:solidFill>
              </a:rPr>
              <a:t>字段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D82744-B73A-4387-A90C-8DD0D23D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52675"/>
            <a:ext cx="7296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31016"/>
                </a:solidFill>
              </a:defRPr>
            </a:pPr>
            <a:r>
              <a:rPr sz="1500" b="1">
                <a:solidFill>
                  <a:srgbClr val="031016"/>
                </a:solidFill>
              </a:rPr>
              <a:t>作用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CE5127-16A0-4801-BD7F-BA7848B6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89505D-2BF6-48F2-9CEB-B4D88206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813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Case ID / 场景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1812C1-9928-439A-8616-DAE45364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813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确保可追踪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BECF41-C97E-4712-9AC6-E95A3D8E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096309-3CBD-4763-AA86-6C787758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用户输入 / 上下文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A68C17-A547-4D96-B570-F1A37A14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0997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还原真实条件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4CC08C-5B50-4B39-B44D-A50061B9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281896-592E-49D8-92BC-A00EDECD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386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参考答案 / 评分点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548331-CA28-41B9-81DC-1914C7A8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386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明确判题依据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3943D2-E3D3-49F3-B511-B2108D75C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3EEB0-6C63-4FF4-9611-A39DCF85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67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风险等级 / 标签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116A50-CA5C-4CAE-A3BC-2BD9C351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6727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支持加权与筛选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27CBCF-3817-4716-AC49-F9F0C442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937460-DA21-4E97-8A46-3B42C57E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959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版本 / 实际输出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A71189-58F7-47CF-9B4E-76C4360E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4959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支持回归比较</a:t>
            </a:r>
          </a:p>
        </p:txBody>
      </p:sp>
    </p:spTree>
    <p:extLst>
      <p:ext uri="{BB962C8B-B14F-4D97-AF65-F5344CB8AC3E}">
        <p14:creationId xmlns:p14="http://schemas.microsoft.com/office/powerpoint/2010/main" val="131930803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0C2790-06E0-460F-8D9C-FBF5044F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6C348C-52BD-4A8C-B631-5C6AEECD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5DA9C-FD08-4438-9C47-68AA3E29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0A0567-5FDC-45B4-BC81-05D85B87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20297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1AC758-7615-4721-9F4D-3294888F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示例：促销叠加规则怎么变成评测用例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9434C4-B0D7-4781-BDD6-588A63FF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B918F4-11CD-4A50-9F48-76C24A08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1009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2E9"/>
                </a:solidFill>
              </a:defRPr>
            </a:pPr>
            <a:r>
              <a:rPr sz="2025" b="1">
                <a:solidFill>
                  <a:srgbClr val="F5F2E9"/>
                </a:solidFill>
              </a:rPr>
              <a:t>用户：会员券能和满减活动同时使用吗？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837F4-698A-4A4D-AA06-1E8821FA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38550"/>
            <a:ext cx="1076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13DC5A-95D6-4DFE-AE4C-F482D976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657"/>
                </a:solidFill>
              </a:defRPr>
            </a:pPr>
            <a:r>
              <a:rPr sz="1050" b="1">
                <a:solidFill>
                  <a:srgbClr val="FF7657"/>
                </a:solidFill>
              </a:rPr>
              <a:t>SCORING 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A3163F-4156-4F39-8B52-82B8B8FB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评分点：说明适用条件；不得承诺所有门店通用；信息不足时引导核验活动页。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CA3DB8-D837-4591-93E7-258CD030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7FF7EE-DA11-4E7B-BE98-BFDA06B9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业务规则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204B0A-7BD4-40D0-9083-B92F1BD6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D19396-1392-4B88-9789-87790372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高频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8D3B6F-6AD8-4C6E-B63F-4FB0932F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9EB572-E8A5-43B9-BC7E-D8399A64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中风险</a:t>
            </a:r>
          </a:p>
        </p:txBody>
      </p:sp>
    </p:spTree>
    <p:extLst>
      <p:ext uri="{BB962C8B-B14F-4D97-AF65-F5344CB8AC3E}">
        <p14:creationId xmlns:p14="http://schemas.microsoft.com/office/powerpoint/2010/main" val="155314490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448A26-FC2A-42DF-BD4C-4F2C5833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A8EEB-1A9C-4718-8157-FCD1222A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70250E-61DC-4E96-B022-E25AD809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7E8A58-BF74-494D-AFEB-FCCADB19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35864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B5EB5A-16AE-42A6-A822-11BBC061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语义相似度，解决“说法不同但意思相近”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6BD3E-5208-4FB6-801D-E246306C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84235D-AE78-4C9B-BD6C-271FDC0D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适合判断表达接近度，不适合单独判断事实真伪。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2294D2-0F0B-47FF-A1BB-ED19FC73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它比较答案在语义空间中的距离，而不是逐字比对。</a:t>
            </a:r>
          </a:p>
        </p:txBody>
      </p:sp>
    </p:spTree>
    <p:extLst>
      <p:ext uri="{BB962C8B-B14F-4D97-AF65-F5344CB8AC3E}">
        <p14:creationId xmlns:p14="http://schemas.microsoft.com/office/powerpoint/2010/main" val="181059045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A8701F-3314-46AB-B3C5-EC1203B6F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79B0BC-A4CD-4E9B-89CE-FEA3AB4F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D818A-3B36-4956-84DC-675F1F1B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547CEB-1FEF-4BFE-88B4-32202DF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51430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3B47DCB-A6B4-4A7F-96B3-4C2A6ADE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余弦相似度：看两个答案指向是否接近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D2978360-3B73-48D6-92F7-04FBBB19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方向越接近，相似度越高；但“方向接近”不代表关键事实一定正确。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1671F3-200E-4D2D-97A5-AF79D176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58F57-6CFD-4158-94B3-F6D8C459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33625"/>
            <a:ext cx="3619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0" b="1">
                <a:solidFill>
                  <a:srgbClr val="36D6C2"/>
                </a:solidFill>
              </a:defRPr>
            </a:pPr>
            <a:r>
              <a:rPr sz="6750" b="1">
                <a:solidFill>
                  <a:srgbClr val="36D6C2"/>
                </a:solidFill>
              </a:rPr>
              <a:t>0.86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ACABB-C152-473F-B9FC-44C77EB2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005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7B5BC"/>
                </a:solidFill>
              </a:defRPr>
            </a:pPr>
            <a:r>
              <a:rPr sz="1800" b="1">
                <a:solidFill>
                  <a:srgbClr val="A7B5BC"/>
                </a:solidFill>
              </a:rPr>
              <a:t>语义接近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336854-7971-435F-ACE9-C0D0FA99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1524000" cy="152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6D6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347B53-83B9-4A1C-A0E8-22B0BF78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28950"/>
            <a:ext cx="1524000" cy="152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76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1C30A6-1518-4410-898A-0CBF7639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答案A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7892E4-00DE-459A-AD2E-C52D6D28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6385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答案B</a:t>
            </a:r>
          </a:p>
        </p:txBody>
      </p:sp>
    </p:spTree>
    <p:extLst>
      <p:ext uri="{BB962C8B-B14F-4D97-AF65-F5344CB8AC3E}">
        <p14:creationId xmlns:p14="http://schemas.microsoft.com/office/powerpoint/2010/main" val="207090677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09E680-5E88-481D-8026-9A49BFF5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6AED6F-D9AD-4C9C-840B-9F196E6B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812C8B-6BEC-4233-B280-4C87547A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74AB2-729B-4590-B7EE-3C4774C1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66997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B7B130-6743-46F8-AE2E-6B751926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相似度演示：不同措辞，也可能是同一答案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C4DEA0-9C25-4C0A-B8DA-936BABDD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D32312-8257-4A0C-8EA6-1E152055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1009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2E9"/>
                </a:solidFill>
              </a:defRPr>
            </a:pPr>
            <a:r>
              <a:rPr sz="2025" b="1">
                <a:solidFill>
                  <a:srgbClr val="F5F2E9"/>
                </a:solidFill>
              </a:rPr>
              <a:t>参考：订单付款后24小时内可以申请取消。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DCFFA4-8EF1-44D6-8EEB-A77BB5F1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38550"/>
            <a:ext cx="1076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9E969-0F70-44C9-87E0-EF8E6BD8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657"/>
                </a:solidFill>
              </a:defRPr>
            </a:pPr>
            <a:r>
              <a:rPr sz="1050" b="1">
                <a:solidFill>
                  <a:srgbClr val="FF7657"/>
                </a:solidFill>
              </a:rPr>
              <a:t>SCORING 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0D8D5D-65FA-46FC-8660-B647BA72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AI：支付完成后的1天内，用户仍可发起取消申请。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27A210-C033-4CB6-AEBD-56D03C75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7603B4-ED06-46BB-8B84-E879F4A5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核心条件一致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B3B1C8-B534-4937-B59B-5C77237E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AC23A6-1521-46DF-ABBB-B76A20D4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表达不同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78BE3C-0072-460B-B8F2-3C4366D6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C820EB-2B93-42D1-B032-E3D53285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高相似</a:t>
            </a:r>
          </a:p>
        </p:txBody>
      </p:sp>
    </p:spTree>
    <p:extLst>
      <p:ext uri="{BB962C8B-B14F-4D97-AF65-F5344CB8AC3E}">
        <p14:creationId xmlns:p14="http://schemas.microsoft.com/office/powerpoint/2010/main" val="24595001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1D11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4BD641-4AF0-4D87-9F3F-E1479CC4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67B8BB-6087-4174-8909-21777753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7E9149-DA6F-45F4-BCDD-DF272B9F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0AB9F2-8E7C-4D13-B461-4565DCF4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82563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A5D78D-6CC8-4EED-A3E0-27F3D0A1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高相似，不等于高正确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8C677-3BD9-469B-ADE3-B2027959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87A5F3-93D6-4AE9-822B-29CA06C9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D0B8AC-D161-4CF9-A7B4-38A3068C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D6C2"/>
                </a:solidFill>
              </a:defRPr>
            </a:pPr>
            <a:r>
              <a:rPr sz="2025" b="1">
                <a:solidFill>
                  <a:srgbClr val="36D6C2"/>
                </a:solidFill>
              </a:rPr>
              <a:t>参考答案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C64B01-B26A-41DA-BA2A-B437CE38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7657"/>
                </a:solidFill>
              </a:defRPr>
            </a:pPr>
            <a:r>
              <a:rPr sz="2025" b="1">
                <a:solidFill>
                  <a:srgbClr val="FF7657"/>
                </a:solidFill>
              </a:rPr>
              <a:t>AI答案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767A8-6D59-4481-8567-B6B4CEE1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退款到账：3—5个工作日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3FD391-CA03-4544-BA23-F4335D37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退款到账：5—7个工作日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113916-AA4E-4EB3-8731-42E4E0A2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其余表达几乎完全相同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695240-3ECF-43A7-A496-31C4B026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9595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657"/>
                </a:solidFill>
              </a:defRPr>
            </a:pPr>
            <a:r>
              <a:rPr sz="1500" b="1">
                <a:solidFill>
                  <a:srgbClr val="FF7657"/>
                </a:solidFill>
              </a:rPr>
              <a:t>一个关键数字错误，足以让答案不可用</a:t>
            </a:r>
          </a:p>
        </p:txBody>
      </p:sp>
    </p:spTree>
    <p:extLst>
      <p:ext uri="{BB962C8B-B14F-4D97-AF65-F5344CB8AC3E}">
        <p14:creationId xmlns:p14="http://schemas.microsoft.com/office/powerpoint/2010/main" val="209236763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F21BF2-C089-48F9-81D7-99D30C87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CCB331-1332-4997-AEBA-71DE2212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51FBB-4551-49BE-BFE4-B1A22A98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5F542-8138-4467-ABF7-62E55F2C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98130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DDB9EE-33FE-4A9B-8BC9-BE7C5560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四种评测方法，要组合而不是站队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5DA355-606A-4F39-9DC5-E095A336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8FE15-F703-4828-AC31-75B6DF70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007C3C-1427-456B-9414-71E26A25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精确匹配 / 规则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5C9F3E-DDB6-4D35-B609-073BBCF2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4F447F-636E-4156-BB52-00C7D46F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0AA013-6556-4225-BB38-A26C1C83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语义相似度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6DC6F8-B40C-4288-83D6-66A8F1FB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6B379B-2A12-4696-88D1-E744E58C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F1B26C-1E7D-4094-9F4F-55E9F856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LLM-as-Judge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EE768-66D8-433F-9F21-888D5A5E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D240A8-3B3C-46B2-ADA8-4DEF373D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B77FA7-ABD8-4B4F-9A02-93422DFC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人工评审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EA1149-0932-454F-8789-30407815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客观字段用规则，开放答案用语义与裁判，关键决策由人工校准。</a:t>
            </a:r>
          </a:p>
        </p:txBody>
      </p:sp>
    </p:spTree>
    <p:extLst>
      <p:ext uri="{BB962C8B-B14F-4D97-AF65-F5344CB8AC3E}">
        <p14:creationId xmlns:p14="http://schemas.microsoft.com/office/powerpoint/2010/main" val="164961257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5F15A3-BE6F-410C-9A41-A7E36AFE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57AB55-B3FC-429E-8E67-8230F93D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77D1C2-007A-47D9-AE74-7D83A829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9F8A9B-AA0E-444C-B108-B8955685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13696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3FA9A5-3978-4EE5-8B3F-842893B8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方法一：精确匹配与规则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5DF144CE-7F21-4504-8CD0-D99904D4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适合明确、可枚举、不可妥协的判断。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952E2A-0C61-42FB-8863-4F0C9961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7B76E7-C60A-413C-A9AF-A6DEAF32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2E9"/>
                </a:solidFill>
              </a:defRPr>
            </a:pPr>
            <a:r>
              <a:rPr sz="1800" b="1">
                <a:solidFill>
                  <a:srgbClr val="F5F2E9"/>
                </a:solidFill>
              </a:rPr>
              <a:t>关键词、格式、JSON 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260B57-47EC-412F-9848-B38E86F6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8D8BE2-EB34-4057-BAF0-36B3C198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金额、日期、枚举值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CF1480-83F4-4176-B730-43F1DCBE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F972AA-E43D-4ACF-84F4-3D1023F8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禁答词、敏感信息、必含提示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3C065E-3D1E-46C9-8754-60206E91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715000"/>
            <a:ext cx="942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6D6C2"/>
                </a:solidFill>
              </a:defRPr>
            </a:pPr>
            <a:r>
              <a:rPr sz="1350" b="1">
                <a:solidFill>
                  <a:srgbClr val="36D6C2"/>
                </a:solidFill>
              </a:rPr>
              <a:t>优点：稳定、便宜、可解释｜局限：覆盖不了开放表达</a:t>
            </a:r>
          </a:p>
        </p:txBody>
      </p:sp>
    </p:spTree>
    <p:extLst>
      <p:ext uri="{BB962C8B-B14F-4D97-AF65-F5344CB8AC3E}">
        <p14:creationId xmlns:p14="http://schemas.microsoft.com/office/powerpoint/2010/main" val="173521329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38F711-5797-4FA6-88ED-1A8379D5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36C3C-94F4-4369-9E8D-B4CECA37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DFF0C7-ACA8-45CE-9B62-244B1C72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7DAFF-5800-4BC5-AA08-21EC3131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29263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0ED691-35B6-4AC3-A7C4-263C35E8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方法二：语义相似度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CAB3745B-C07B-42A6-98FA-A7E0433A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适合参考答案明确、表达方式多样的任务。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1D2979-C664-49FA-93FD-17BAFAA2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95321D-E3BC-4C79-BF0E-058B3576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2E9"/>
                </a:solidFill>
              </a:defRPr>
            </a:pPr>
            <a:r>
              <a:rPr sz="1800" b="1">
                <a:solidFill>
                  <a:srgbClr val="F5F2E9"/>
                </a:solidFill>
              </a:rPr>
              <a:t>FAQ问答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BE6B3F-9AED-4D77-A965-43FD5464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E25A8-B200-411D-801A-2F6F61C6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摘要主旨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AAFEBC-21A2-4C55-AC91-2D7308F6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00826D-ADC9-4861-8911-74EC74F0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意图或主题匹配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41DEFE-2E8B-4828-9C5A-0D4F9815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715000"/>
            <a:ext cx="942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6D6C2"/>
                </a:solidFill>
              </a:defRPr>
            </a:pPr>
            <a:r>
              <a:rPr sz="1350" b="1">
                <a:solidFill>
                  <a:srgbClr val="36D6C2"/>
                </a:solidFill>
              </a:rPr>
              <a:t>优点：规模化｜局限：可能放过关键事实错误</a:t>
            </a:r>
          </a:p>
        </p:txBody>
      </p:sp>
    </p:spTree>
    <p:extLst>
      <p:ext uri="{BB962C8B-B14F-4D97-AF65-F5344CB8AC3E}">
        <p14:creationId xmlns:p14="http://schemas.microsoft.com/office/powerpoint/2010/main" val="143239388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57069D-F8F0-42AF-9F55-E15D0DE8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80CFDA-65E9-49AB-86CC-6C9BD270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7AA931-95B7-4176-8575-E2D01EC3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82ED9-110A-4071-A550-F427DBFC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448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89EB156-798C-480D-A264-76FEB7F0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方法三：LLM-as-Judge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464ED202-5DFB-41FC-B07E-ADE3253D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让模型按照评分维度、评分点和红线给出判断。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09870-54BA-484D-9587-9A60B2D9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5420EC-EFA7-4C6D-A764-11527407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2E9"/>
                </a:solidFill>
              </a:defRPr>
            </a:pPr>
            <a:r>
              <a:rPr sz="1800" b="1">
                <a:solidFill>
                  <a:srgbClr val="F5F2E9"/>
                </a:solidFill>
              </a:rPr>
              <a:t>开放式回答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86A993-60E9-4309-959B-776AF35B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6E79C-54CA-4653-950E-C005E5B7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多维质量评分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9B591F-6BC8-402D-9AF3-DD75CC3F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E0FB1B-8680-44BD-B319-9AF82A16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批量解释失败原因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A393A3-2FD9-44ED-9045-A3EC31EC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715000"/>
            <a:ext cx="942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6D6C2"/>
                </a:solidFill>
              </a:defRPr>
            </a:pPr>
            <a:r>
              <a:rPr sz="1350" b="1">
                <a:solidFill>
                  <a:srgbClr val="36D6C2"/>
                </a:solidFill>
              </a:rPr>
              <a:t>优点：灵活｜局限：裁判也会偏、会漂移、会被提示影响</a:t>
            </a:r>
          </a:p>
        </p:txBody>
      </p:sp>
    </p:spTree>
    <p:extLst>
      <p:ext uri="{BB962C8B-B14F-4D97-AF65-F5344CB8AC3E}">
        <p14:creationId xmlns:p14="http://schemas.microsoft.com/office/powerpoint/2010/main" val="90402203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24C0FE-3944-4756-90E4-762CD679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26B556-0A85-40E3-B6BA-3FBE4A4F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B35DB-133C-46B9-BED3-E09AF1E0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3D281F-135A-4CB5-B375-A6192D76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60396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E5A434-2FA7-429C-8993-CAD5D2C2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方法四：人工评审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2C848B24-3ADD-4244-AD15-67C60319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用于高风险终审、疑难样本和自动评分校准。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FE6DF2-BFE9-487A-9AC8-A47B9833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CDD1C8-EB18-4432-A36E-FA34A8161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2E9"/>
                </a:solidFill>
              </a:defRPr>
            </a:pPr>
            <a:r>
              <a:rPr sz="1800" b="1">
                <a:solidFill>
                  <a:srgbClr val="F5F2E9"/>
                </a:solidFill>
              </a:rPr>
              <a:t>定义金标准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D2C359-9399-4995-BF14-3AD9FD9A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FABCAF-D1D9-4EC0-981E-C6F8F6B7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复核边界案例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678A5A-5E01-4C40-84FE-54FD0977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4B510D-5ACD-48A1-91F9-D4A1B4C9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抽查自动评测偏差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BE42C8-C23E-4726-B7F0-6368E712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715000"/>
            <a:ext cx="942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6D6C2"/>
                </a:solidFill>
              </a:defRPr>
            </a:pPr>
            <a:r>
              <a:rPr sz="1350" b="1">
                <a:solidFill>
                  <a:srgbClr val="36D6C2"/>
                </a:solidFill>
              </a:rPr>
              <a:t>不要把人工评审当成“无限人肉测试”。</a:t>
            </a:r>
          </a:p>
        </p:txBody>
      </p:sp>
    </p:spTree>
    <p:extLst>
      <p:ext uri="{BB962C8B-B14F-4D97-AF65-F5344CB8AC3E}">
        <p14:creationId xmlns:p14="http://schemas.microsoft.com/office/powerpoint/2010/main" val="56213235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8FCB79-4F8A-4D37-B5D8-364DF0F0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B487F9-BA0D-48B9-A4AC-ACB8D1C4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7DFA06-7302-4969-9C28-D3E45DF2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C6A7E3-E817-42BB-8185-D70593F1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75963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8D952C-7717-48F0-B1FF-3A04E47E4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输出质量，至少拆成五个维度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D7601-6C50-4572-9908-76789C90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772662-8E88-40CF-BF62-7D1F3D6FB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F7366-9E69-48E2-B49F-B6B86276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正确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56CAB-9039-408F-ACF7-B582DC23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61936C-C795-4571-B710-17F7C22C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18F617-E453-47B7-9DC9-590FF02A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相关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31AF01-B986-4EE6-BC77-1D31C1D8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0F96D3-E891-4E59-AF8E-FC8E89F4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C80253-5B46-4E65-B0A2-2A8337F5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完整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505AF7-112B-463B-A456-C4E1EE32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E2B725-8ACC-4649-82F5-F47A425F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1ED5C2-1B47-415D-A59D-878DC26E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安全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81F422-2A2C-4642-A44C-400DF544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7025FE-2FF3-4972-88B4-B98A4790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E5F1BE-0384-4147-9D5A-1B38B08C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风格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52068E-12FF-4DEA-B73F-B12ADD3B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不同业务可以增删维度，但必须写清定义、评分点和红线。</a:t>
            </a:r>
          </a:p>
        </p:txBody>
      </p:sp>
    </p:spTree>
    <p:extLst>
      <p:ext uri="{BB962C8B-B14F-4D97-AF65-F5344CB8AC3E}">
        <p14:creationId xmlns:p14="http://schemas.microsoft.com/office/powerpoint/2010/main" val="9164598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E80DA1-CE43-47EB-AB3D-D2EEFB1C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1A4E09-9464-4EC7-AC39-B6797C7E8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5D1916-B93E-4C54-B4F4-DC0E0E92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96B52-E9E7-4066-A564-E65A9202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91529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FA0FDD-D666-49D5-88B4-5CD18688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不同维度，匹配不同判分方式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302F14-CCD1-4B93-A727-7A1E9E65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E6FDF8-D775-4ABC-A903-58FD89B1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5267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31016"/>
                </a:solidFill>
              </a:defRPr>
            </a:pPr>
            <a:r>
              <a:rPr sz="1500" b="1">
                <a:solidFill>
                  <a:srgbClr val="031016"/>
                </a:solidFill>
              </a:rPr>
              <a:t>维度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5065DD-E617-48EE-8483-3272D309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52675"/>
            <a:ext cx="7296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31016"/>
                </a:solidFill>
              </a:defRPr>
            </a:pPr>
            <a:r>
              <a:rPr sz="1500" b="1">
                <a:solidFill>
                  <a:srgbClr val="031016"/>
                </a:solidFill>
              </a:rPr>
              <a:t>优先方法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F867DA-8242-41C2-800D-5CB6A966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33EDF-A1A2-416B-BF57-FB051880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813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正确性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E107BD-EACC-4A93-A2EB-9CE2F2F7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813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规则＋人工/LLM｜核对关键事实与数字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4A7C9-FA24-4CF2-8F2C-030028F3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23DDA6-1256-4332-ACAD-5782CE37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相关性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A24C1C-DDA5-4A8D-BBEA-4A4E3FD7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0997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语义＋LLM｜避免答非所问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301F28-0525-4CFA-8440-389F8794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2054C6-C160-47BB-91D0-9F45965D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386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完整性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C8B7C3-29AF-4BEB-9AFC-5A60F6BE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386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评分点覆盖｜检查必要步骤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DD6005-C8BE-4B58-A99D-57ED6064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05FB3C-A2C3-45D0-AEE8-4DDF6E50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67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安全性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946182-44ED-4C2B-A82D-E5C677EF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6727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规则＋人工｜红线单独统计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F82C91-D8ED-4FC0-AF1C-92C523C5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C8215D-DB97-4395-98F5-75F2E414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959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风格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72D427-9791-49BE-AC21-011E0A4A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4959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LLM＋抽检｜统一语气与格式</a:t>
            </a:r>
          </a:p>
        </p:txBody>
      </p:sp>
    </p:spTree>
    <p:extLst>
      <p:ext uri="{BB962C8B-B14F-4D97-AF65-F5344CB8AC3E}">
        <p14:creationId xmlns:p14="http://schemas.microsoft.com/office/powerpoint/2010/main" val="186018984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14344C-4318-4640-8CCF-E6FB753D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FF2CF2-8346-4229-9234-4F727645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9F75AE-808F-4290-83D8-981D9B0D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0C58B5-2D0D-45E4-BBD8-B8221A5E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07096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B0ED73-756A-4D59-8D4A-4736F832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自动化评测的意义，是把回归成本降下来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16A6FF-2AD9-4537-9A1F-999B013B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439A3A-5AD3-4377-A311-6E5B729A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自动化负责规模，人工负责标准和校准。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4E6E5E-61E0-4230-8839-B8DF9E85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当题库从20条增长到2000条，人工逐题检查不再可持续。</a:t>
            </a:r>
          </a:p>
        </p:txBody>
      </p:sp>
    </p:spTree>
    <p:extLst>
      <p:ext uri="{BB962C8B-B14F-4D97-AF65-F5344CB8AC3E}">
        <p14:creationId xmlns:p14="http://schemas.microsoft.com/office/powerpoint/2010/main" val="20698414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7783C2-0D44-4BAE-BA8F-42D90E60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3CD7BC-061E-46B2-B388-52ADAC84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8E54C0-B7FF-40ED-82EE-A99CB23A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AB60C7-9EEA-4D9D-8B2E-7AFC3E61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22662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929FFCA-3BFD-4D34-8215-013B550B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什么是 Eval？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B3F52E92-7E6C-423F-BDD3-F858AB9E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固定一套题，用统一规则判卷，并在每次版本变化后重复运行。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B1658B-C61D-46D5-A540-6DD18654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97CE8-7DFA-4AE5-A3F8-E143235F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33625"/>
            <a:ext cx="3619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0" b="1">
                <a:solidFill>
                  <a:srgbClr val="36D6C2"/>
                </a:solidFill>
              </a:defRPr>
            </a:pPr>
            <a:r>
              <a:rPr sz="6750" b="1">
                <a:solidFill>
                  <a:srgbClr val="36D6C2"/>
                </a:solidFill>
              </a:rPr>
              <a:t>同题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45F32A-1D1A-43CC-9CBE-E7C915E1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005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7B5BC"/>
                </a:solidFill>
              </a:defRPr>
            </a:pPr>
            <a:r>
              <a:rPr sz="1800" b="1">
                <a:solidFill>
                  <a:srgbClr val="A7B5BC"/>
                </a:solidFill>
              </a:rPr>
              <a:t>同尺 · 同流程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D27A8-E15A-4282-9400-0DAD01B6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1524000" cy="152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6D6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1F25C7-A841-4662-B2DB-38FA962B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28950"/>
            <a:ext cx="1524000" cy="152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76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9C4681-6FA3-4D22-92D0-AE3B51F4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答案A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503FE9-E93F-4BBA-86C7-E4C842A1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6385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答案B</a:t>
            </a:r>
          </a:p>
        </p:txBody>
      </p:sp>
    </p:spTree>
    <p:extLst>
      <p:ext uri="{BB962C8B-B14F-4D97-AF65-F5344CB8AC3E}">
        <p14:creationId xmlns:p14="http://schemas.microsoft.com/office/powerpoint/2010/main" val="159148223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26BA0B-4FD6-4E18-8290-A7DBCB86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D89A7D-BF58-407F-BBEC-1DCB8337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3C59BB-56D6-4E02-BB5A-7BB77747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DCB276-5D87-48CA-99FE-2E1B4F1E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38229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EB0933-F7C1-4633-B5D3-DABD7A13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Eval第一步：设计代表性评测集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B35259-D4F4-4A11-9D40-A8BC2E95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55B289-C5E9-4AF3-BB1F-8AE40859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9C1114-C950-405A-B39B-D447F54D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BF400-3AF3-4D32-B3C1-83B4F730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按业务场景分层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3A8226-1E06-4B6E-81F5-F11E448D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EAA9F2-5826-401E-903C-55927581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5577C5-8C0B-46E0-8E2E-889B3789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899B5B-4955-441A-9E6F-7E15D23E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加入边界与无答案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B5147A-DCF3-4D50-BBF8-E0B26248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FB91B9-3169-4FE2-86D7-33FFB7BC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2F65E-B733-46B6-A0BA-BDC0C580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15CE20-CAFD-4EBB-9EC1-9DBB598C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保留历史 Bad Case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660F12-2536-4506-823C-FC82E34D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0FD5AA-B3A5-4B1D-BFA2-D20DA35E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99280E-3A2A-44B7-8642-8DBC3BA6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标记频率与风险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84291F-B2D2-4B95-A8BF-707FCD83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题库代表什么，最终分数就代表什么。</a:t>
            </a:r>
          </a:p>
        </p:txBody>
      </p:sp>
    </p:spTree>
    <p:extLst>
      <p:ext uri="{BB962C8B-B14F-4D97-AF65-F5344CB8AC3E}">
        <p14:creationId xmlns:p14="http://schemas.microsoft.com/office/powerpoint/2010/main" val="7416567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086D8D-35C6-490F-9D2E-ED35A182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61B7EE-017E-48C8-912D-DFAA29F1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21BAA8-A7ED-481E-9A1C-9CD7CB88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D5DCFA-1BCA-458F-BA9A-A0228A68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5379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FADAD15-1843-4541-9067-6FBA5B3B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Eval第二步：定义评分点和红线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EA1858-8B16-4AD2-AA30-4A53D633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CF350-1A2D-41AE-AB72-904185A9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ACD58-6154-4B47-85FE-BAF3781F9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0296A6-8C24-4E42-A335-461CC625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写清理想答案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CC5BD-AE7D-4D83-9057-F2E3681B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BA0866-3C93-44CE-A7EF-5474600D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D874E-2AB1-499E-992B-87DA18C2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0317AD-2F7A-4846-8F78-52E65174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拆出必含信息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633DAA-7399-40CE-A95E-19BB0D62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D284CB-21BB-48EE-919F-1D6D96A7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B36232-D4C7-41C4-9A21-5307A595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4BB10E-D7BB-473A-8CD8-1AE1B711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定义可接受变体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621414-30EE-4272-8C04-A7644C6D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022BC4-B20C-4644-804D-9B161C5C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6B94C9-AFBB-447C-9AA2-4227E658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列出一票否决项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07483B-5334-4496-B584-999583AB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先写判卷规则，再看模型答案，避免事后迁就。</a:t>
            </a:r>
          </a:p>
        </p:txBody>
      </p:sp>
    </p:spTree>
    <p:extLst>
      <p:ext uri="{BB962C8B-B14F-4D97-AF65-F5344CB8AC3E}">
        <p14:creationId xmlns:p14="http://schemas.microsoft.com/office/powerpoint/2010/main" val="65248741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5E2EF1-667C-46C7-93DB-7FC1C259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7C15B-8ADC-492C-AE42-5070CE13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78A81-F51F-4A8A-9714-54D140DB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96D50A-84D6-4F31-B8D6-F4143704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69362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A40124-C80E-4951-8ADE-85685C01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Eval第三步：选择评分方法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F9556B-1D08-4840-85CE-CB1900B0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05C030-7272-4B9C-8F97-57C3E082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0A19E6-43FD-47A1-9BF4-8CF1F5CE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8524F1-D0B1-4ACF-B75C-B975689F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规则判硬条件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C342BD-D44B-4431-BB2B-FAC99851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33B6C5-3D0C-44F2-84C8-250DE391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015082-BA25-43B6-AEEE-0C3B1A0C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F70592-D6E8-400D-A3CB-302441F3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相似度看语义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77C5B7-D79B-4E1E-B4B4-C520A24E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6F3C0D-D047-4356-ADED-2E1C7C25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9536A8-DA49-40D9-ADFB-8D7326CB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8226D7-854D-4D01-A390-CC4F785D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LLM判开放质量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96D029-D2E8-470B-87B2-628C77FD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221764-5B94-4536-A64B-EBCA908B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E81E29-F6E9-4F84-8633-DEC41222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人工做终审校准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0A288E-8BCD-43B2-8481-EE303127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组合方法比单一总分更可信。</a:t>
            </a:r>
          </a:p>
        </p:txBody>
      </p:sp>
    </p:spTree>
    <p:extLst>
      <p:ext uri="{BB962C8B-B14F-4D97-AF65-F5344CB8AC3E}">
        <p14:creationId xmlns:p14="http://schemas.microsoft.com/office/powerpoint/2010/main" val="211253881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914526-111D-4D70-A9A9-226BE050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A8B6E-EFDE-4A55-8B28-B25A7D60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A09C1B-ACFE-4D3C-9490-F3563CCA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64F30F-54E7-4FC3-812B-E78FE301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84929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2C729B-F735-4AB3-A5FA-A5BEDFC6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一个自动评测中心，需要四个核心区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08BACB-2157-4636-92D9-AF4FBBE4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FDE189-C107-463C-BD1B-F140E953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F540A2-901E-4C88-93C2-1146A7C6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用例库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A2216C-47AF-486F-BBFB-8191D52A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FB77C-8D71-41A1-BC8F-1036FEDD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280EC-4705-4641-B8D5-ECD67487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批量运行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80F03A-533A-4912-9464-7141832F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AD1168-EDB2-4063-BCD2-8E2296B6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11EE14-B7A5-4360-B609-04F10F4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评分与归因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4B2E95-BB17-4A1D-A34D-853DF2F0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FCADC6-B1AB-4A4F-9BAA-F431A3A5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ABCBA6-9CEF-44C2-A40C-F7B6F408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版本对比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5B1F20-35E9-4E5C-B3C8-AE6658AC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产品经理不一定写平台，但必须定义平台要回答的问题。</a:t>
            </a:r>
          </a:p>
        </p:txBody>
      </p:sp>
    </p:spTree>
    <p:extLst>
      <p:ext uri="{BB962C8B-B14F-4D97-AF65-F5344CB8AC3E}">
        <p14:creationId xmlns:p14="http://schemas.microsoft.com/office/powerpoint/2010/main" val="41260711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F3894B-41EC-4F9F-8D1F-D10D8144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41036-2486-418D-8062-89EF58ED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96B204-F55D-4C59-B909-E9B1BE67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F0781F-AE3F-4119-BC05-ED03BEA37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00495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3F3F56-E631-4C94-AE05-2C332AB85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演示：一次批量测试，应该看到什么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6598F-9440-49D0-A0AA-36999B41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772AA-0495-4819-B65F-1F6E6F05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选择版本与评测集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E8A9A2-A88C-41B7-9F2E-CFD02F84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946786-51BA-4EB8-9A24-C637C40F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19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批量发送请求并留存输出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0332E6-9555-4900-AC44-5B17036D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0FB1EF-A790-4DC1-B641-6F0D6EC9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052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按维度自动评分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3F65DA-40C9-434B-B1AA-EF4C820A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65A545-C914-4ECC-B8EC-1446A7C4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910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筛选低分与红线用例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49CF76-DCCD-4A60-AAE6-6DED0A6F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52FE56-3AA5-4DA7-984B-CAB75DE0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生成版本对比报告</a:t>
            </a:r>
          </a:p>
        </p:txBody>
      </p:sp>
    </p:spTree>
    <p:extLst>
      <p:ext uri="{BB962C8B-B14F-4D97-AF65-F5344CB8AC3E}">
        <p14:creationId xmlns:p14="http://schemas.microsoft.com/office/powerpoint/2010/main" val="150590040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D6A028-68C7-4956-89CF-1BFB708F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AA84E0-9B71-4572-A9FD-872543BC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A5209E-A472-4D05-9EE1-E6C650B1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71C7D8-DBBD-48DF-8982-79BCB863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16062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7A4652-E6A8-47F7-A4E6-BFEA7821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自动测试 Agent：把执行、判分、报告串起来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B09B54-90FD-4556-96C8-1642CC01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1D738E-E8C6-48C9-83A5-9F40FB5D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52319C-D6F9-4224-BAC2-0EB0FFB0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F4DFF-E97D-418E-ADD4-050BB029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Test Case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0EB026-779F-4DA4-A643-029B6B3D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7F00BC-E668-48B7-B9AD-374D1126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751BB1-8189-46B7-9A9C-0136DDBE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F740EA-6696-48AE-B48A-87DF9306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被测产品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0E7108-6585-4D90-BFB8-EB52BFB4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32FBAA-7162-4017-A1E3-E2330E72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14FF81-F312-4A28-9D07-4448F97D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07B931-64DC-473B-9978-701612DB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Judge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E0DF4C-F257-4E8A-858C-13894661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169732-8E9A-4D4F-A9A8-49CC2197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233456-7953-4F74-92C4-E81B6F3F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CE0F00-4845-4027-A271-2F749C79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结果库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E3B1C8-FBE4-45FB-A28A-A9DD5CC2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F7E121-8605-4EB7-A806-8C9998CC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6609D9-F4AF-4DE4-ACC3-3748A33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报告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170AB9-29AD-4C82-BD74-2D50807A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关键不是“用了Agent”，而是过程可重复、结果可审计。</a:t>
            </a:r>
          </a:p>
        </p:txBody>
      </p:sp>
    </p:spTree>
    <p:extLst>
      <p:ext uri="{BB962C8B-B14F-4D97-AF65-F5344CB8AC3E}">
        <p14:creationId xmlns:p14="http://schemas.microsoft.com/office/powerpoint/2010/main" val="533905852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930901-89D5-4C90-804E-5BAF9190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748C3-1994-4570-BD2E-EA39485F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A30947-F862-4E38-A343-2D09CB36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8FF10-2A84-481C-8C03-DBAE3ABE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31628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77A2CBE-DAF9-4CA9-B455-DA8AB01C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AI可以扩写用例，但不能替你定义边界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031C9A-08AC-41EA-B173-065ECC2E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B14AB3-4FD3-4550-AA7A-062970C1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3C2297-273E-4F9A-A0AE-A9E2921D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E31921-8BAA-44AB-A5B5-28D13AD6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给定原始样本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34D97-6891-4C46-9BB4-7D4FF79D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CAD6C5-2347-4486-B657-5D145FD8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343F70-CBFF-40D9-9813-6C666326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F2E985-8E9C-4D74-8BA9-60F21716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指定变化维度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053612-9CCB-4EC4-B342-D58012D9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861F4F-D0DF-4DC3-9D06-F489E9E9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680B20-50FF-4D0E-8199-E6982411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2F54D1-B7DC-4C29-9CCD-5A46424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生成表达变体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95CC84-3980-4465-86F0-8FF20C2F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D3306A-9531-4158-B61E-E7CD56BE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08255D-E386-4EF5-BB2D-E3997C8D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513855-CC06-4F2D-98EB-BCFF95C2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人工抽检去重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27B393-5461-4646-913F-5A06953A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31D247-6596-4A9B-9B55-11036476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1A65E7-BEEE-4D89-9946-E27D36FA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加入候选题库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A01BE5-7606-4817-B440-91B4D956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扩写用于覆盖，不用于凭空创造业务规则。</a:t>
            </a:r>
          </a:p>
        </p:txBody>
      </p:sp>
    </p:spTree>
    <p:extLst>
      <p:ext uri="{BB962C8B-B14F-4D97-AF65-F5344CB8AC3E}">
        <p14:creationId xmlns:p14="http://schemas.microsoft.com/office/powerpoint/2010/main" val="117497958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35670-7AEF-4757-AE9E-01F60E88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9D3142-6FEE-4B41-A543-DCF53AE7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01232-1D0A-4DB8-BC05-59244911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B40DA-874C-4FC4-932B-868FACD0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47195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890BBAB-6365-43BF-8325-894B996F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Judge Prompt要把“好不好”写成判分规则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0AE243-FD46-4D5B-83FA-31F1AEA3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B381C-E1E0-4B60-B4B1-A48699524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1009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2E9"/>
                </a:solidFill>
              </a:defRPr>
            </a:pPr>
            <a:r>
              <a:rPr sz="2025" b="1">
                <a:solidFill>
                  <a:srgbClr val="F5F2E9"/>
                </a:solidFill>
              </a:rPr>
              <a:t>请按正确性、完整性、安全性分别评分，并引用答案证据。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EE2173-6CE7-44CA-9F5B-19584D1E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38550"/>
            <a:ext cx="1076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76D355-ABAF-420C-9189-5F424202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657"/>
                </a:solidFill>
              </a:defRPr>
            </a:pPr>
            <a:r>
              <a:rPr sz="1050" b="1">
                <a:solidFill>
                  <a:srgbClr val="FF7657"/>
                </a:solidFill>
              </a:rPr>
              <a:t>SCORING 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D091CF-DC8E-4931-92FA-4F38B3AF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红线：若虚构政策、越权承诺或泄露隐私，则安全性直接为0，并标记原因。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5BAB24-EDEF-4A14-96D2-2F7177A3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D2CBCB-B312-4883-8443-F19DE6EF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维度定义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9DC20E-1070-446A-9854-817D3B49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1BCC8B-C0D3-4BB4-8B67-D10104C4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评分锚点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ADD7F5-652E-495D-B174-52BD3242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147328-3AAE-4239-88C0-691FA808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输出JSON</a:t>
            </a:r>
          </a:p>
        </p:txBody>
      </p:sp>
    </p:spTree>
    <p:extLst>
      <p:ext uri="{BB962C8B-B14F-4D97-AF65-F5344CB8AC3E}">
        <p14:creationId xmlns:p14="http://schemas.microsoft.com/office/powerpoint/2010/main" val="37100867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BD45C0-5C32-4D11-B114-C02D7F5D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EA86CA-2586-4A06-B2B6-6FE1949F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0D2CA1-9EAD-4C4E-A579-94FC6590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8774D2-867A-419D-A7A0-DB54C5BB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62762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D8F589-EADC-4CF9-A699-5E87C2DA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LLM裁判也有三个盲点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62AD0C-1334-4B7A-86FA-2B2EEEFB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C767C6-615C-42D8-AA5A-540EDCEE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D33E8E-C601-438D-947C-3F295F3B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偏好漂移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C2EBE5-279E-4D69-806D-05FC35C5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模型或Prompt变化会改变评分尺度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7959BB-99EF-4C15-9F79-C6598F1C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849F7-EC03-460D-98F3-B370A61C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5DC978-6DD4-422B-B286-847A059C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位置与措辞偏差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AE6265-7EA1-4ED8-B3D0-B08750DF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更长、更像参考答案的回答可能被高估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83E507-E054-49D9-B2D7-54E85A67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01FF46-1A2C-4A11-9DB4-67AA9CC3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60DFCE-3D80-4FCF-B40A-9CC71041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自评偏差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025E11-9C2B-4EF7-9206-A5B63731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同源模型可能偏爱自己的表达方式</a:t>
            </a:r>
          </a:p>
        </p:txBody>
      </p:sp>
    </p:spTree>
    <p:extLst>
      <p:ext uri="{BB962C8B-B14F-4D97-AF65-F5344CB8AC3E}">
        <p14:creationId xmlns:p14="http://schemas.microsoft.com/office/powerpoint/2010/main" val="1087951905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8B2607-C9E3-4711-9CF2-260FCBA6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10DB7B-3A54-4C9C-A81A-26689ACF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4BC2A4-08B9-4519-884F-7F31ADA0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4172F2-67F2-416D-9885-A4DF03C2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78328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141BB0-C37E-498E-ABBF-D443A4F8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人工评审不是最后补一眼，而是校准系统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86472-D028-4963-85F2-909A7F9E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95BDF-AEE8-4FB9-AD10-BA1C8593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当裁判偏了，先修评分体系，再讨论被测模型。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01FBC4-F31C-4BFD-BF1E-C7BF5F8A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定期抽取自动高分、低分和争议样本，与人工金标准比较。</a:t>
            </a:r>
          </a:p>
        </p:txBody>
      </p:sp>
    </p:spTree>
    <p:extLst>
      <p:ext uri="{BB962C8B-B14F-4D97-AF65-F5344CB8AC3E}">
        <p14:creationId xmlns:p14="http://schemas.microsoft.com/office/powerpoint/2010/main" val="155957736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C84A01-7325-4CAD-9828-8DF6D7B2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9443B3-D4A8-452D-9D44-CE3881E9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42CCE-38BB-4AEB-8708-13B3EFFE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FFD3A7-6089-437F-9866-BA0BA040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93895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3F747C4-6E87-4381-BC77-955E12C7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报告不要只有一个平均分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92859B-BC45-49C4-A7E5-5677643F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8B17B4-BD26-4D46-BC85-0EFAA423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5267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31016"/>
                </a:solidFill>
              </a:defRPr>
            </a:pPr>
            <a:r>
              <a:rPr sz="1500" b="1">
                <a:solidFill>
                  <a:srgbClr val="031016"/>
                </a:solidFill>
              </a:rPr>
              <a:t>层级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C06928-007F-4A2D-BC98-8ED43A8E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52675"/>
            <a:ext cx="7296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31016"/>
                </a:solidFill>
              </a:defRPr>
            </a:pPr>
            <a:r>
              <a:rPr sz="1500" b="1">
                <a:solidFill>
                  <a:srgbClr val="031016"/>
                </a:solidFill>
              </a:rPr>
              <a:t>必须回答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55E158-C7FD-483D-9C30-2AD975F8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CE16FA-B6F5-449A-AAE0-EABE8D2B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813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总体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FA20C9-5F45-4F08-94C1-86BB62F9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813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通过率、红线数、核心维度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20CB34-11C0-48C0-939E-DA0937CC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6A2DE-C890-4B55-9E4C-D7414361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场景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3C32A2-B8CE-4B8E-899A-BDDF98AF2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0997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哪个场景退化或提升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F877A3-0D18-42DC-A1A3-6B3356E5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1F3549-025D-45A8-9E88-0BDAA72F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386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问题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7C3677-DD3F-4119-911B-C7C89DDF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386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低分样本为什么失败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023F6A-856C-44B3-B95B-E4EB45CB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A2C604-47B7-44D5-B9CC-4E09F7BA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67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版本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FB58D0-3D37-4442-86BB-2ACC9860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6727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相对基线变化多少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5CBC1E-9EDA-4B2E-9619-6F093877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FE3CF9-2CE1-4A97-812B-0B7FE4EA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959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决策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262BAF-25A4-400E-A801-FBBDDC47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4959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上线、灰度、退回或转人工</a:t>
            </a:r>
          </a:p>
        </p:txBody>
      </p:sp>
    </p:spTree>
    <p:extLst>
      <p:ext uri="{BB962C8B-B14F-4D97-AF65-F5344CB8AC3E}">
        <p14:creationId xmlns:p14="http://schemas.microsoft.com/office/powerpoint/2010/main" val="46291005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61845A-CD8C-4E70-83E3-E24ED5E8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0B27CC-3409-4097-A4FF-352C9DDB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0EBC63-79F5-4337-8128-A55652B5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C12CC-FE34-4A3F-A9E7-A7C416A2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809461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B7DCCC-2F10-4321-809E-50B276DC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评测成熟度：从抽查走向持续回归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41F5C8-D232-4374-ACC5-B64C0E43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114464-8401-4545-A733-1E2DA62E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8801B5-805E-45C6-AA2C-3C3A82B3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L1 人工抽查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3F6630-31F3-4D29-B9D0-196A4AF5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C692D-899F-4036-8C85-B19063C0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040AF9-2BD1-4966-982B-640EBD06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L2 固定题库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C2E78B-319B-48A2-A141-4999A62B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A27B0F-7FF9-4CF2-8822-C3F04062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25ACC4-CCB8-4938-B616-6053B4C7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L3 自动评测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FD11E1-F370-444C-ADFD-95A3C790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05CC09-19FA-4A9D-9261-6ECA36AF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4A2276-B3E0-48AC-839D-A5625C38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L4 线上反馈驱动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A94D07-3B80-4C55-9BFD-60BAFF1BB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成熟度提升的标志：结果越来越可复现，反馈越来越快进入下一轮。</a:t>
            </a:r>
          </a:p>
        </p:txBody>
      </p:sp>
    </p:spTree>
    <p:extLst>
      <p:ext uri="{BB962C8B-B14F-4D97-AF65-F5344CB8AC3E}">
        <p14:creationId xmlns:p14="http://schemas.microsoft.com/office/powerpoint/2010/main" val="212405715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FD12C9-7C87-4B57-8961-DADE2176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981A54-4194-4099-8230-DDA1F016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0B30A0-E542-4519-8E78-75D16C91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EAB09-292E-4AA8-B54A-63F28E0D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825028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B5F015-572F-44F5-8E3C-6CA16484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PM的职责：定范围、定标准、定门槛、推闭环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DD8384-0DED-4632-A6E0-300F5BE0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E0F91-3A97-4035-8B4E-6D9056FC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D43CDF-B374-4AC4-A425-EA87143A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测什么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D9C05A-CB5D-4B3C-9429-AD0982DC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66BF3D-72B9-44C9-A48A-2FE6A0B05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4164EA-299B-4675-AB36-B5C83A70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怎样算好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E58F52-8C41-40C1-B3B7-96C36378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CB8D22-2933-427F-8A99-FA6EF7A9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497176-885A-4214-842C-92DE084D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何时能上线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E02A37-CD15-43CC-9E76-F680573E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AB273A-B7E4-486E-80BB-F0876215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0F10CF-6586-4EE9-89AE-E75DA1E1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失败如何进入优化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5ED766-5DCA-4200-8511-F1D3611D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评测不是测试同学的收尾工作，而是产品定义的一部分。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677712296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6FA2-8FC1-4F33-8D26-C324E86E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BA8D6-F2A8-440D-9C0D-D3F3FD0A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5234BE-A316-43E8-AB7E-5B390BBF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05486F-66CA-41AB-A6C7-14BACF61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840594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33AFD1-CF46-442B-8F20-9BEF6BAA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六类测试的其余部分：可用性与体验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C65363-B885-4618-8EA2-D19B10D1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841F93-43C0-45B9-8427-BC193B4B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C7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253B9C-3D69-4A1D-9C8F-DBC9370E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D6C2"/>
                </a:solidFill>
              </a:defRPr>
            </a:pPr>
            <a:r>
              <a:rPr sz="2025" b="1">
                <a:solidFill>
                  <a:srgbClr val="36D6C2"/>
                </a:solidFill>
              </a:rPr>
              <a:t>可用性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BA0D4D-A93A-4B03-B958-C76A5F13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0C75E"/>
                </a:solidFill>
              </a:defRPr>
            </a:pPr>
            <a:r>
              <a:rPr sz="2025" b="1">
                <a:solidFill>
                  <a:srgbClr val="F0C75E"/>
                </a:solidFill>
              </a:rPr>
              <a:t>用户体验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42F8A1-BE2A-4996-A104-1ED49214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任务能否完成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844647-06A9-495A-8207-3935D636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提示与反馈是否清楚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FE398E-9881-4C3F-AD3F-FEB3DDC0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失败后能否恢复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C25D5A-A21A-43A8-B7FF-26321801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等待感与节奏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2EEE1F-8FBE-467B-AAD7-59829DFF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结果可理解、可编辑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110155-9E00-471B-9D90-7CA59EC3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信任与控制感</a:t>
            </a:r>
          </a:p>
        </p:txBody>
      </p:sp>
    </p:spTree>
    <p:extLst>
      <p:ext uri="{BB962C8B-B14F-4D97-AF65-F5344CB8AC3E}">
        <p14:creationId xmlns:p14="http://schemas.microsoft.com/office/powerpoint/2010/main" val="1414075908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12A0BE-4FAD-4D24-8536-5CFC13AE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02B87-FAF2-4546-9E53-EE5F6F39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6598E-D065-4269-8F94-E6E3D2F9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7D4F3-1FDC-498A-8D9C-AB5E8C37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856161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5F0646A-EB40-4B8A-87FB-59F3B908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还要关注：非功能、鲁棒性、安全与伦理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CBA15F-F571-4765-9F68-A1C1338F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BAD82E-B1D6-4172-9360-1A9B539E9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225548-F952-4F38-B010-266EE202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非功能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E5A748-485D-4389-801F-1888F62D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延迟、成本、并发、稳定性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11E694-2477-4051-9656-9069F9D1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4E6C7E-BB0C-4219-8714-3AA8D729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FA2A53-B1BC-4C72-BF1E-C7904595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鲁棒性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03CFC7-002A-4E8E-A3FB-69F0F660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错别字、噪声、提示攻击、异常输入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8F9544-7C0B-46BD-8237-E61FF64C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65F8A8-A38B-457C-AEEA-D931FAC8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0A0689-EF92-4724-921E-A09EF526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安全与伦理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2A23AA-20C1-4953-8BCD-C72F4285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隐私、偏见、越权、合规与可追责</a:t>
            </a:r>
          </a:p>
        </p:txBody>
      </p:sp>
    </p:spTree>
    <p:extLst>
      <p:ext uri="{BB962C8B-B14F-4D97-AF65-F5344CB8AC3E}">
        <p14:creationId xmlns:p14="http://schemas.microsoft.com/office/powerpoint/2010/main" val="925092757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690DB-2F66-4174-8FD6-BDDFDA98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4C3C0E-EBBB-4CD8-96B8-20AF327B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228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150" b="1">
                <a:solidFill>
                  <a:srgbClr val="36D6C2"/>
                </a:solidFill>
              </a:defRPr>
            </a:pPr>
            <a:r>
              <a:rPr sz="91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50A689-041A-49E9-A332-32F714BF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95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F93428-8F30-4210-A3E9-1AEA2300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从评测结果到数据反馈闭环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6D3F5-24A1-44CF-BC73-15921251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3387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7B5BC"/>
                </a:solidFill>
              </a:defRPr>
            </a:pPr>
            <a:r>
              <a:rPr sz="1800" b="0">
                <a:solidFill>
                  <a:srgbClr val="A7B5BC"/>
                </a:solidFill>
              </a:rPr>
              <a:t>让真实使用持续改进下一版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E0604F-A070-43B4-96B3-5218C850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67E81B-4D4A-4407-BF25-240189C8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CDF0A-A117-4592-A4CA-2CD5C618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09220C-C528-4D61-8FFA-7543A6FC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871728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21854730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39E3B8-F489-41A9-8352-DF225F03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69B7E-7199-41C1-BCFD-A38ED83B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9B1DBE-8082-433D-ACD3-D0AEA1EDD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28C53-7999-43D6-9F93-B78EFA87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887294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0F078D-DE2F-4A47-916D-BF721B0D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数据不是库存，而是持续学习的燃料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1CEF9E-3AF3-469B-A8AF-E537BB73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9A2D48-0EB3-4379-AB15-3BE69276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采集—理解—修复—验证—再上线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99B52-151D-4C8C-BCDD-85E83133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真正的壁垒，不只是拥有数据，而是能把反馈稳定地转成更好的产品。</a:t>
            </a:r>
          </a:p>
        </p:txBody>
      </p:sp>
    </p:spTree>
    <p:extLst>
      <p:ext uri="{BB962C8B-B14F-4D97-AF65-F5344CB8AC3E}">
        <p14:creationId xmlns:p14="http://schemas.microsoft.com/office/powerpoint/2010/main" val="1664459108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AC50C7-10E0-43DA-994E-885F7495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EF1C09-DDA8-4F7C-A11C-DF2C4C77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DB3FBC-8512-409F-AFD1-2F6DC47C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941A2-2378-4087-B4A7-8D556CF4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02861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B520F8B-0677-4C81-9F51-0272ECDC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AI产品数据，通常来自四个入口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B2E296-5F85-4905-8315-9F8424D4A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C4AFD7-C7C6-489B-9277-7241FC0E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B32E76-B365-47B6-9339-529BFE35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业务原始数据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5F281C-A365-4749-8FE0-EBB21EE2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DEE7EC-53BE-4D4A-BC2D-7760D198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E4F7D5-7E06-466F-91AC-565BFCF0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用户输入与输出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C24A67-7E68-4DF7-A088-C53D617D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58E4AF-C59E-47F5-A278-FA49D48B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70D253-0E3A-44F4-8543-7B68E6B3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显性反馈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B92259-76CE-46C4-B0CE-12AB4829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CBA414-404D-4B8B-81FE-D0381BA1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5D6DAF-1B78-435C-98B0-598E7807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隐性行为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729640-8CD7-4C46-8D57-2E0B9457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采集必须满足隐私、授权、最小必要和可追踪。</a:t>
            </a:r>
          </a:p>
        </p:txBody>
      </p:sp>
    </p:spTree>
    <p:extLst>
      <p:ext uri="{BB962C8B-B14F-4D97-AF65-F5344CB8AC3E}">
        <p14:creationId xmlns:p14="http://schemas.microsoft.com/office/powerpoint/2010/main" val="1204788612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B400B9-5470-4CA6-BF4E-24F7CB57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687EFE-4ABC-4151-BF82-4858ADBD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FDEBF-C212-4B46-A465-39CED986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98BA0-9A93-450C-B2AC-21922C82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18427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600755-0C3C-47B5-9A2A-0B63EDE8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数据飞轮：每一轮都回到评测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686DF5-8C49-470B-8454-0758F167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CA8715-F92E-4DD0-B203-D5ED1EED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41C2DB-CC9B-44F2-ACBD-7103BFE4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6A2577-EC28-44F3-8819-273F4741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采集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1A10CF-1F7A-4302-8489-20529DEE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E9DB69-B57E-4890-9F32-40B9A664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0B7E1D-FFC5-424B-8269-3DF5CDB5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0B2514-6AAD-4CBA-8B36-F09D7BCF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清洗与标注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B6201-1831-4266-AA59-094AD2EA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BED70B-F5CB-443F-A79F-2649235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7A30B5-C32B-4F58-A26A-AA24A866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4FEB98-1991-4A30-BD85-82CE02D2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问题归因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D535BB-4E50-4159-8C63-B8F723DC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9D30E0-B169-4348-84B4-85333C32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13F0C7-0E99-4C9C-B3C7-0C29B274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E36184-CFAD-49DD-B6AF-319165D3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产品优化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42252D-87AF-4CF1-B57A-0130D9CB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6F57CB-E394-48A1-9E5F-38A343C8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BB33E5-574A-4DDB-856C-D082E7C5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回归评测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702F1D-EAC5-423C-8547-2A07109F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没有回归验证的“数据优化”，只是未经证明的修改。</a:t>
            </a:r>
          </a:p>
        </p:txBody>
      </p:sp>
    </p:spTree>
    <p:extLst>
      <p:ext uri="{BB962C8B-B14F-4D97-AF65-F5344CB8AC3E}">
        <p14:creationId xmlns:p14="http://schemas.microsoft.com/office/powerpoint/2010/main" val="298992234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9E2ADD-F771-4FE3-8380-958DE6F8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8A1148-8AD8-42EB-A0D5-CDD66CA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836EA3-9E29-4A50-913A-21B12E21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80E3F2-9174-4FBC-96B5-65DF5983D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33994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CA68D1-E6FA-4ECE-90D0-1BE760A5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显性反馈告诉你态度，隐性反馈告诉你行为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68E671-288E-40A3-AF18-B32855EB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BBDBE-1D22-4E60-B87E-8F96492B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C7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51317-E13A-4BD1-AE5E-0C013747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D6C2"/>
                </a:solidFill>
              </a:defRPr>
            </a:pPr>
            <a:r>
              <a:rPr sz="2025" b="1">
                <a:solidFill>
                  <a:srgbClr val="36D6C2"/>
                </a:solidFill>
              </a:rPr>
              <a:t>显性反馈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94E592-1C67-4B5C-BEC5-8BB7EF82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0C75E"/>
                </a:solidFill>
              </a:defRPr>
            </a:pPr>
            <a:r>
              <a:rPr sz="2025" b="1">
                <a:solidFill>
                  <a:srgbClr val="F0C75E"/>
                </a:solidFill>
              </a:rPr>
              <a:t>隐性反馈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0F4D5-07E9-4904-BE76-50623CB4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点赞 / 点踩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7EE47F-49CF-4E7A-B172-D7F654C4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原因选择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05B00B-4D58-439C-AB9D-E254D3EA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文字评价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D8757D-29F1-486B-B946-93179A69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复制、收藏、分享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488B09-AEF9-49E5-8A15-53874666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重生成、改写、放弃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5464A8-804F-429E-B8B2-12C23519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转人工、任务完成</a:t>
            </a:r>
          </a:p>
        </p:txBody>
      </p:sp>
    </p:spTree>
    <p:extLst>
      <p:ext uri="{BB962C8B-B14F-4D97-AF65-F5344CB8AC3E}">
        <p14:creationId xmlns:p14="http://schemas.microsoft.com/office/powerpoint/2010/main" val="1616624747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778335-9805-428F-A524-289F8938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ABD5E4-154F-4B8D-8CFD-DDE4FE11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DC787-3FB6-41DC-9053-CC915375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E222A-F3F8-4265-A8C3-C8E8762A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49560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967ACB-C695-4556-B958-B999CBE9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作业类产品：记录用户怎样处理AI结果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38DED9-E2CD-4B95-B22E-F9AA2597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9123E3-B384-4B45-A5CD-63413C54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271CD-BDED-4E54-BFA0-FDAA28C7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9856A-27FD-44F2-B43B-54888389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直接采用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D342E6-CF00-404C-A20C-180B0C95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74B4EA-A265-452D-B888-AA1C910C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418FB-2140-4356-9295-F08D3D23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EDF847-63B1-4273-A40F-EC868400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部分采用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8646BA-CCDF-40F9-AFAE-1B7C360C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3FC8A-0E3C-4637-AF6D-B7500C88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C664F1-1E70-42A2-987A-4ED098F3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55AA5F-4B35-4308-8348-11650E77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大幅修改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C3AEAF-E652-41BA-A9F1-E99C4DB30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FB625F-A488-4BA0-8E79-7DCF60E2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FD5CFB-4A07-4C89-A96F-72048660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弃用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E7A78C-9562-47DE-8732-674EC8E2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修改前后差异，比一个“满意/不满意”更接近真实质量。</a:t>
            </a:r>
          </a:p>
        </p:txBody>
      </p:sp>
    </p:spTree>
    <p:extLst>
      <p:ext uri="{BB962C8B-B14F-4D97-AF65-F5344CB8AC3E}">
        <p14:creationId xmlns:p14="http://schemas.microsoft.com/office/powerpoint/2010/main" val="682156977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3D8BD7-096A-4901-B691-53BFD388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1D9A17-6246-4058-A95A-8095752D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BA0DB2-54A6-484D-8AFF-B6A67EAA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90CA7-E6BB-49DB-961E-87EF6606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65127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386BAD-1AE5-4804-A110-5C0131BE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行为反馈常常比口头评价更诚实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1364D-4467-4ACB-8A0A-0C8461B1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F853F7-4C6E-4A21-B198-520DFC4E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收藏：结果具有复用价值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DC5AC8-6132-4B0A-9830-D409AF4B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0E2C86-CD2A-43F5-9B5F-7A92B418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19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重生成：当前答案未满足需求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AA2CCE-77B8-4507-B542-F9ED52FC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3EA224-16EA-4A38-9FB4-FE5BD5EE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052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放大/细看：内容值得进一步判断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2DF563-C3A7-4FD6-A476-258EC4A7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E7F76B-494A-4C2B-B0BE-7315AF00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910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复制/导出：可能进入真实工作流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B40984-0B78-4D87-9E90-5A8A37A8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B25C47-D5A7-4729-BAD6-73AA987A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迅速退出：可能无价值，也可能已完成任务</a:t>
            </a:r>
          </a:p>
        </p:txBody>
      </p:sp>
    </p:spTree>
    <p:extLst>
      <p:ext uri="{BB962C8B-B14F-4D97-AF65-F5344CB8AC3E}">
        <p14:creationId xmlns:p14="http://schemas.microsoft.com/office/powerpoint/2010/main" val="2115674476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1374BB-64BA-40CB-BE4A-0203D3F9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E77EE0-4355-4B6B-8EDB-5DBD7B1B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90F511-52B1-4359-9F6D-3B02FE27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54F866-4260-4210-AF79-617E45FA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80694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4BF0A9-F990-4C1E-9AA6-0CAC7D8B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客服产品：把反馈放在任务节点上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5CBBE-C1B5-4746-BA12-12DC6FEF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836BA-5B17-4FB1-B26B-A1F79BE4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DB9779-91AF-4774-AB37-AE296DEB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49195-4F47-441E-B508-703CF86A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回答后轻量反馈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576DD1-BD78-4201-968E-42F85729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2E0D71-2BAA-499E-9CC9-207B5D29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07B210-1A2C-463F-9BDB-6B60FE97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80367A-2749-4252-916D-878566E6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失败原因快捷选择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4E94F0-DD0E-42DF-AE7C-21AE380D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E83AC1-A7F3-49A7-AD95-D469F3F6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4B8269-3324-4FF8-AD4C-FB26AAA8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0C83DE-59FE-489D-B702-CE183FB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低置信度主动转人工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C4B002-8A8B-45A8-8418-17A34C72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70C059-04A4-40C4-9BAC-7A83988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0F3181-4A6C-487F-AFAB-535DEB71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BAA463-0FE4-47BA-8412-96E28364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人工处理结果回流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2DA681-B27F-4964-9490-4CA24581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F685DB-AFC2-4408-9388-A4D21095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7A268E-594F-4BD1-B6C9-450474FD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关闭会话前确认解决状态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3063CB-7733-48B8-9B96-22299350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反馈机制要低摩擦，否则只会收集到极端意见。</a:t>
            </a:r>
          </a:p>
        </p:txBody>
      </p:sp>
    </p:spTree>
    <p:extLst>
      <p:ext uri="{BB962C8B-B14F-4D97-AF65-F5344CB8AC3E}">
        <p14:creationId xmlns:p14="http://schemas.microsoft.com/office/powerpoint/2010/main" val="2096981075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AF3392-57AE-4348-9B1E-A95723E1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B5DC47-2658-41C7-B0BE-21E14525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405C30-F72C-4FB8-8758-5E761935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3D1FB0-5B3B-4DD8-A261-9E6AAC99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96260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760C38-3D1D-4D69-B9AE-1A9977B7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低分会话，如何进入 Bad Case 问题池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F5CCEF-A023-4781-B936-5EC50063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5FBD1B-FF57-4DA9-96C0-04B6C916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BCE6EC-F999-4F33-9F91-B8B902D4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CA84A6-D456-4AE9-BD7F-77040C7E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触发低分/红线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B8420A-C534-4F06-9F0E-59ADEA4D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0AA5A1-B590-41DC-9BCF-29C88413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2941CB-940F-4348-8C14-EC39603B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46E237-34D5-4755-9BB2-980BB6ED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去敏与去重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4E56A-7F95-41B3-B5A0-EF95C1BE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75B92-58D8-4B12-AAE1-6EFC3429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3F2E3F-6E1F-44EA-88B3-F8D93E82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CB78B8-5281-485E-A7C1-B5EE4BEA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人工复核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972B6-135D-46B4-8D43-387B124A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863F0B-FA4C-4D0D-A95C-8D1EBF76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F27816-E278-48C7-AB79-92571665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3EB95C-7FC8-4B1C-8250-F50810A8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归因与定级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862CAF-885B-40E5-A5E0-0C4FC8016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5E81E-8B2D-402E-8F31-3B8F8AC6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B9DC60-9CF5-49BA-AE30-D3B868F9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加入回归集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02BD61-8A15-440F-8D7F-52DDB5AD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不是每个点踩都是模型问题；先确认用户意图与业务规则。</a:t>
            </a:r>
          </a:p>
        </p:txBody>
      </p:sp>
    </p:spTree>
    <p:extLst>
      <p:ext uri="{BB962C8B-B14F-4D97-AF65-F5344CB8AC3E}">
        <p14:creationId xmlns:p14="http://schemas.microsoft.com/office/powerpoint/2010/main" val="1508272821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E11273-1ECA-4B55-ABAE-1FC2180A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D496D6-1B52-489D-ABA7-7297A4B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1E0D09-4413-49D6-8609-C127F4AD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60E0A-E025-4159-959D-B1FB491AA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11827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F440A2-F3C6-49A2-8EB8-E2C8119D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Case六类归因：找到真正该改的层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E99202-41B3-43ED-A4CA-76A2CF26C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E08645-9C3A-4B06-AFD7-E87C22AB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9941D5-6959-4DBC-B328-E7357B06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数据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5B1D69-C7A1-462B-80F2-4B863B1B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10004-E8D1-4AEB-A7C8-6546C0AF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7A22B5-521B-49CB-9B75-ED5D5EF5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Prompt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D8B0CF-B742-43EE-B414-9B6F7A9D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C18F48-E4DE-4A7C-8873-7BA2A9F2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7F9D6B-21FC-412F-8CC7-F0676E68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知识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C91E3E-3AC8-42D2-B452-D8A45631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674294-0A9A-4977-B905-FF821E7E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DFAFA3-B846-4567-937B-684D07D7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流程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3E97DC-2A3F-444C-8399-8E3A0F63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E6CFEC-6A43-4002-9268-EF38B18F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38150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1598B3-9440-4807-BABD-026FA582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60057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工具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0A665A-560D-4CA6-9DB2-87EC54AE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4DCB26-073E-4959-9E1B-DA6E7272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438150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A6B27F-E428-47A6-97BF-025C6681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460057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产品边界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ADCDD0-1C90-4341-8252-1A270164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归因错了，越优化越乱。</a:t>
            </a:r>
          </a:p>
        </p:txBody>
      </p:sp>
    </p:spTree>
    <p:extLst>
      <p:ext uri="{BB962C8B-B14F-4D97-AF65-F5344CB8AC3E}">
        <p14:creationId xmlns:p14="http://schemas.microsoft.com/office/powerpoint/2010/main" val="142953563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4ACBAD-54CD-49B9-8F2E-3994675A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0BAE43-4BFD-4017-8696-CE6EAB45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255C48-9F2B-439D-8540-2D152D65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366690-1F13-464F-ACC7-17371A1E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27393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A5A4C5-D85B-442D-949D-BFC8BAC3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标注规范必须同时给出三样东西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9B088-D36B-4B5D-BED5-072FF174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02DE7-C28D-4FDF-8B00-CB12785C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30A44E-E8A4-45CC-97D9-CB4E5C3B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定义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66635-D922-471C-B7E1-C51341ED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标签到底描述什么，不描述什么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E11AAE-C794-4AAD-B691-C57D75DE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8B2B2-A7D9-45A9-AD49-B824528D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ED4FC6-A8FA-495B-99DA-26930E00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正例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3A9458-928E-476C-A6C4-6AFF923F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哪些样本应该被标记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D4B3CB-8613-4348-9323-F6A149D9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BEFBE2-04E0-4636-8A5E-0FA849A3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063245-251D-4CC5-895A-1FFC326F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反例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3E7580-088B-4738-B4B5-4F684686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相似但不应标记的边界样本</a:t>
            </a:r>
          </a:p>
        </p:txBody>
      </p:sp>
    </p:spTree>
    <p:extLst>
      <p:ext uri="{BB962C8B-B14F-4D97-AF65-F5344CB8AC3E}">
        <p14:creationId xmlns:p14="http://schemas.microsoft.com/office/powerpoint/2010/main" val="139382450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A8C45A-8288-4654-A047-6A22377D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B30786-B4BE-4992-93E7-FC0C7147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5EDC2E-7830-4D99-9B08-4AC30F2C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2CF6F-DA61-4989-8137-19AF2B62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42960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486909-94B8-4E7E-8684-3F66809D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标注结果，最终要回到产品实验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73ACA-D34D-4775-8A1A-8AB51E71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8701DB-4756-48CD-8CA5-089BE38D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36416-C468-4009-941B-B5636A85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3E0728-5A57-4547-8142-F1AEE91D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人工标注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AF6806-BB5E-437E-BE11-A9A45CEE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D0908A-9B3D-4C19-A653-9B6B5A0F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BAFAFA-464C-4D69-A467-94478853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5BD876-0435-48BD-8ABE-ADD7236B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问题聚类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5B97B8-6842-4F3A-B957-6D0246B4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8C9290-9500-4F42-A049-97A1EC4E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C574FA-839F-4279-BD3D-971F4E0A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6A0069-56F5-4E4F-8556-D9460BE7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方案设计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19911D-C7DC-4E3F-A9E3-A10FED0E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C9C1FE-8F2D-42FC-8FD5-06E39B6A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38EB06-8982-467F-818E-4084A2D8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D76ABE-7DF4-432B-9CCB-2B14436F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Prompt / 流程 A/B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169319-49E1-4EAE-A2B5-3DD2E40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9329DA-1451-4DE0-B2EE-39DB100E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E67803-841D-44D3-87FD-9C23C49F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Eval验证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BE4AF3-375A-4754-87CC-A0429E30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优化目标应对应具体失败类型，而不是笼统追求“更聪明”。</a:t>
            </a:r>
          </a:p>
        </p:txBody>
      </p:sp>
    </p:spTree>
    <p:extLst>
      <p:ext uri="{BB962C8B-B14F-4D97-AF65-F5344CB8AC3E}">
        <p14:creationId xmlns:p14="http://schemas.microsoft.com/office/powerpoint/2010/main" val="491014202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19C5FC-B9D7-43DD-AE9E-C4C14651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3E050-3FCF-4335-8DFD-A7B627D9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A8740-1BAE-493E-A672-EFC21EA8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9CF61-F467-410C-A143-0D63690A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58526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66D315-0C82-4337-AC0E-49220490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版本回归：修复原错，也保护原本正确的能力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0F7A7E-A00F-492A-B1B9-B521074F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03560-B2A3-4EEC-ADE2-84F23A55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784688-70FB-4484-8369-758BD1A5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BEFF95-6810-4045-B755-FC7AB8C4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原失败样本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84BCE4-7996-4882-8EE4-5E4AD2F7D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B21468-8382-48B2-A15D-772D5832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499B5F-92EF-430C-9CC5-0422D6D8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218B17-F641-4D42-8210-4AD07CB8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同类高风险样本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9DE5D4-5311-47AB-9282-26E220289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B416D3-C90D-40E7-8F7B-122EE2E6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77C0BA-97C2-4CA9-881E-BAF6FFB1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EAEECD-E8B8-4956-8F04-0D262B5A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代表性正常样本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F8C760-0ACD-4B23-AC97-035006BE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1B5878-74DB-420E-B348-C1E35AFE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A2D9B9-425A-4E11-963E-63AC13CF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历史关键 Bad Case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2A3DF9-B951-4FFF-8F8F-224C1105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新版本只有同时通过修复验证与防退化验证，才有资格进入灰度。</a:t>
            </a:r>
          </a:p>
        </p:txBody>
      </p:sp>
    </p:spTree>
    <p:extLst>
      <p:ext uri="{BB962C8B-B14F-4D97-AF65-F5344CB8AC3E}">
        <p14:creationId xmlns:p14="http://schemas.microsoft.com/office/powerpoint/2010/main" val="1439083904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AEE8FA-0C46-41A2-9BCF-B18CEB23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3EFD84-E6A8-4EDE-9A4E-E4F4DE20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0E0BAC-6997-4C47-BF4D-61010111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AF9ED0-F71E-415E-8216-909743DB7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74093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8400D5-2C32-44B3-9329-0D95273C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课堂练习：完成一轮最小评测闭环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C3CE7-D8FD-46E2-B41D-46E6CDF5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B8191-C6B9-4AA5-A3FE-246CD508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设计8条用例：覆盖典型、边界、异常、无答案和高风险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D84D0F-1BA6-4544-9861-79FC51D9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595819-CF6A-4279-8099-8277C461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选择6条运行并记录输出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748893-DB35-4E13-A6AF-FCFC5946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24E022-4C79-4980-969D-6FCC6A25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找出2条 Bad Case，完成归因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DFA0B-7483-4718-9C22-7BCEE860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CE1FC2-5F2F-4748-8764-B1CD76A5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624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修改一个版本点，再做1次版本对照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3A3E2-A077-452F-9749-8D414CA0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762625"/>
            <a:ext cx="942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产出：用例表＋评分结果＋Bad Case归因＋上线建议</a:t>
            </a:r>
          </a:p>
        </p:txBody>
      </p:sp>
    </p:spTree>
    <p:extLst>
      <p:ext uri="{BB962C8B-B14F-4D97-AF65-F5344CB8AC3E}">
        <p14:creationId xmlns:p14="http://schemas.microsoft.com/office/powerpoint/2010/main" val="716293316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01FE1A-FD88-4C33-93F0-BE9A8A56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A41E9-4E94-4844-BB55-870B7370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70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77DEF-60F8-4C02-BC1B-A96E105F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03D4DF-0AD9-4C22-99BF-451DB7D8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5041EA4-511C-44C5-A95B-B176D88A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评测的终点，是做出有依据的产品决策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B93280-2249-4B12-9794-EA49129F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6D6C2"/>
                </a:solidFill>
              </a:defRPr>
            </a:pPr>
            <a:r>
              <a:rPr sz="210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6AB16D-A5D9-4CDB-8097-04FCC93F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上线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E32F35-73A2-43BA-B6D3-69482225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67000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6D6C2"/>
                </a:solidFill>
              </a:defRPr>
            </a:pPr>
            <a:r>
              <a:rPr sz="210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FDD5EA-41E6-44B7-9FC3-00255F1E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33750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灰度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CD1B0-11B2-489D-9806-320345B8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6D6C2"/>
                </a:solidFill>
              </a:defRPr>
            </a:pPr>
            <a:r>
              <a:rPr sz="210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4E4EE5-27C8-40FC-B08C-198477A1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33750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退回优化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9B73C1-267B-404A-8342-182A88A2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67000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6D6C2"/>
                </a:solidFill>
              </a:defRPr>
            </a:pPr>
            <a:r>
              <a:rPr sz="210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1DCA6-EAEC-47F1-B385-7553B8BA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33750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转人工兜底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FC1682-5956-4388-B58B-A1EA4014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1009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905A20-21DB-4D24-9DA7-A6AE54E1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775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7B5BC"/>
                </a:solidFill>
              </a:defRPr>
            </a:pPr>
            <a:r>
              <a:rPr sz="1650" b="1">
                <a:solidFill>
                  <a:srgbClr val="A7B5BC"/>
                </a:solidFill>
              </a:rPr>
              <a:t>固定评测集 × 组合评分 × Bad Case × 版本回归 × 数据反馈闭环</a:t>
            </a:r>
          </a:p>
        </p:txBody>
      </p:sp>
    </p:spTree>
    <p:extLst>
      <p:ext uri="{BB962C8B-B14F-4D97-AF65-F5344CB8AC3E}">
        <p14:creationId xmlns:p14="http://schemas.microsoft.com/office/powerpoint/2010/main" val="1085419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2026-08-15T04:46:47.9820000Z</dcterms:created>
  <dcterms:modified xsi:type="dcterms:W3CDTF">2026-08-15T04:46:47.9820000Z</dcterms:modified>
</coreProperties>
</file>